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a856816ffe54b7b" /><Relationship Type="http://schemas.openxmlformats.org/officeDocument/2006/relationships/extended-properties" Target="/docProps/app.xml" Id="R9c20e198bbcf4a41" /><Relationship Type="http://schemas.openxmlformats.org/officeDocument/2006/relationships/officeDocument" Target="/ppt/presentation.xml" Id="Rf7eea3f885774261" /></Relationships>
</file>

<file path=ppt/presentation.xml><?xml version="1.0" encoding="utf-8"?>
<p:presentation xmlns:p="http://schemas.openxmlformats.org/presentationml/2006/main">
  <p:sldMasterIdLst>
    <p:sldMasterId xmlns:r="http://schemas.openxmlformats.org/officeDocument/2006/relationships" id="2147483648" r:id="Rc20a3ebe4e4b4820"/>
  </p:sldMasterIdLst>
  <p:notesMasterIdLst>
    <p:notesMasterId xmlns:r="http://schemas.openxmlformats.org/officeDocument/2006/relationships" r:id="R75114a650b4f42bb"/>
  </p:notesMasterIdLst>
  <p:sldIdLst>
    <p:sldId xmlns:r="http://schemas.openxmlformats.org/officeDocument/2006/relationships" id="256" r:id="Rbbfc0f640ccb4643"/>
    <p:sldId xmlns:r="http://schemas.openxmlformats.org/officeDocument/2006/relationships" id="257" r:id="R94f5a0529278403b"/>
    <p:sldId xmlns:r="http://schemas.openxmlformats.org/officeDocument/2006/relationships" id="258" r:id="R84f70038a9a74415"/>
    <p:sldId xmlns:r="http://schemas.openxmlformats.org/officeDocument/2006/relationships" id="259" r:id="Rc03684ce01c549fb"/>
  </p:sldIdLst>
  <p:sldSz cx="10692000" cy="7560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616fdaba28d4430" /><Relationship Type="http://schemas.openxmlformats.org/officeDocument/2006/relationships/slideMaster" Target="/ppt/slideMasters/slideMaster1.xml" Id="Rc20a3ebe4e4b4820" /><Relationship Type="http://schemas.openxmlformats.org/officeDocument/2006/relationships/notesMaster" Target="/ppt/notesMasters/notesMaster1.xml" Id="R75114a650b4f42bb" /><Relationship Type="http://schemas.openxmlformats.org/officeDocument/2006/relationships/presProps" Target="/ppt/presProps.xml" Id="R62563c52a9444d81" /><Relationship Type="http://schemas.openxmlformats.org/officeDocument/2006/relationships/tableStyles" Target="/ppt/tableStyles.xml" Id="Rc2ec77c8ee7648d0" /><Relationship Type="http://schemas.openxmlformats.org/officeDocument/2006/relationships/slide" Target="/ppt/slides/slide1.xml" Id="Rbbfc0f640ccb4643" /><Relationship Type="http://schemas.openxmlformats.org/officeDocument/2006/relationships/slide" Target="/ppt/slides/slide2.xml" Id="R94f5a0529278403b" /><Relationship Type="http://schemas.openxmlformats.org/officeDocument/2006/relationships/slide" Target="/ppt/slides/slide3.xml" Id="R84f70038a9a74415" /><Relationship Type="http://schemas.openxmlformats.org/officeDocument/2006/relationships/slide" Target="/ppt/slides/slide4.xml" Id="Rc03684ce01c549f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b708123d6ba400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8287e8717d74c99" /><Relationship Type="http://schemas.openxmlformats.org/officeDocument/2006/relationships/notesMaster" Target="/ppt/notesMasters/notesMaster1.xml" Id="Re6c3e4e3f9d44a2b" /></Relationships>
</file>

<file path=ppt/notesSlides/_rels/notesSlide2.xml.rels>&#65279;<?xml version="1.0" encoding="utf-8"?><Relationships xmlns="http://schemas.openxmlformats.org/package/2006/relationships"><Relationship Type="http://schemas.openxmlformats.org/officeDocument/2006/relationships/slide" Target="/ppt/slides/slide2.xml" Id="R03de2c098dd2423b" /><Relationship Type="http://schemas.openxmlformats.org/officeDocument/2006/relationships/notesMaster" Target="/ppt/notesMasters/notesMaster1.xml" Id="Rddf046426e7141dc" /></Relationships>
</file>

<file path=ppt/notesSlides/_rels/notesSlide3.xml.rels>&#65279;<?xml version="1.0" encoding="utf-8"?><Relationships xmlns="http://schemas.openxmlformats.org/package/2006/relationships"><Relationship Type="http://schemas.openxmlformats.org/officeDocument/2006/relationships/slide" Target="/ppt/slides/slide3.xml" Id="Re3fcb124bf68494f" /><Relationship Type="http://schemas.openxmlformats.org/officeDocument/2006/relationships/notesMaster" Target="/ppt/notesMasters/notesMaster1.xml" Id="Ra6ae9b21e63b417b" /></Relationships>
</file>

<file path=ppt/notesSlides/_rels/notesSlide4.xml.rels>&#65279;<?xml version="1.0" encoding="utf-8"?><Relationships xmlns="http://schemas.openxmlformats.org/package/2006/relationships"><Relationship Type="http://schemas.openxmlformats.org/officeDocument/2006/relationships/slide" Target="/ppt/slides/slide4.xml" Id="Re9bb138b4b344110" /><Relationship Type="http://schemas.openxmlformats.org/officeDocument/2006/relationships/notesMaster" Target="/ppt/notesMasters/notesMaster1.xml" Id="R43de0a84b56e49d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6fddb1eb228409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f8b2503e83142f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63d83deebd9443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93ead2d7c9b452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13de43c4cb54af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348f5d8683347a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DF6AC41-CEB2-4BEF-8391-9DA4EFC37FB4}"/>
              </a:ext>
            </a:extLst>
          </p:cNvPr>
          <p:cNvSpPr>
            <a:spLocks xmlns:a="http://schemas.openxmlformats.org/drawingml/2006/main" noGrp="1"/>
          </p:cNvSpPr>
          <p:nvPr>
            <p:ph type="title" idx="0"/>
          </p:nvPr>
        </p:nvSpPr>
        <p:spPr>
          <a:xfrm xmlns:a="http://schemas.openxmlformats.org/drawingml/2006/main">
            <a:off x="1069200" y="2856000"/>
            <a:ext cx="8553600" cy="109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9" b="1">
                <a:solidFill>
                  <a:schemeClr val="tx1"/>
                </a:solidFill>
                <a:latin typeface="+mj-lt"/>
                <a:ea typeface="+mj-lt"/>
                <a:cs typeface="+mj-lt"/>
              </a:defRPr>
            </a:defPPr>
            <a:lvl1pPr marL="0" indent="0" algn="ctr">
              <a:lnSpc>
                <a:spcPct val="110000"/>
              </a:lnSpc>
              <a:spcBef>
                <a:spcPts val="0"/>
              </a:spcBef>
              <a:spcAft>
                <a:spcPts val="0"/>
              </a:spcAft>
              <a:buNone/>
              <a:defRPr sz="4209" b="1">
                <a:solidFill>
                  <a:schemeClr val="tx1"/>
                </a:solidFill>
                <a:latin typeface="+mj-lt"/>
                <a:ea typeface="+mj-lt"/>
                <a:cs typeface="+mj-lt"/>
              </a:defRPr>
            </a:lvl1pPr>
            <a:lvl2pPr marL="0" indent="0" algn="ctr">
              <a:lnSpc>
                <a:spcPct val="110000"/>
              </a:lnSpc>
              <a:spcBef>
                <a:spcPts val="0"/>
              </a:spcBef>
              <a:spcAft>
                <a:spcPts val="0"/>
              </a:spcAft>
              <a:buNone/>
              <a:defRPr sz="4209" b="1">
                <a:solidFill>
                  <a:schemeClr val="tx1"/>
                </a:solidFill>
                <a:latin typeface="+mj-lt"/>
                <a:ea typeface="+mj-lt"/>
                <a:cs typeface="+mj-lt"/>
              </a:defRPr>
            </a:lvl2pPr>
            <a:lvl3pPr marL="0" indent="0" algn="ctr">
              <a:lnSpc>
                <a:spcPct val="110000"/>
              </a:lnSpc>
              <a:spcBef>
                <a:spcPts val="0"/>
              </a:spcBef>
              <a:spcAft>
                <a:spcPts val="0"/>
              </a:spcAft>
              <a:buNone/>
              <a:defRPr sz="4209" b="1">
                <a:solidFill>
                  <a:schemeClr val="tx1"/>
                </a:solidFill>
                <a:latin typeface="+mj-lt"/>
                <a:ea typeface="+mj-lt"/>
                <a:cs typeface="+mj-lt"/>
              </a:defRPr>
            </a:lvl3pPr>
            <a:lvl4pPr marL="0" indent="0" algn="ctr">
              <a:lnSpc>
                <a:spcPct val="110000"/>
              </a:lnSpc>
              <a:spcBef>
                <a:spcPts val="0"/>
              </a:spcBef>
              <a:spcAft>
                <a:spcPts val="0"/>
              </a:spcAft>
              <a:buNone/>
              <a:defRPr sz="4209" b="1">
                <a:solidFill>
                  <a:schemeClr val="tx1"/>
                </a:solidFill>
                <a:latin typeface="+mj-lt"/>
                <a:ea typeface="+mj-lt"/>
                <a:cs typeface="+mj-lt"/>
              </a:defRPr>
            </a:lvl4pPr>
            <a:lvl5pPr marL="0" indent="0" algn="ctr">
              <a:lnSpc>
                <a:spcPct val="110000"/>
              </a:lnSpc>
              <a:spcBef>
                <a:spcPts val="0"/>
              </a:spcBef>
              <a:spcAft>
                <a:spcPts val="0"/>
              </a:spcAft>
              <a:buNone/>
              <a:defRPr sz="4209" b="1">
                <a:solidFill>
                  <a:schemeClr val="tx1"/>
                </a:solidFill>
                <a:latin typeface="+mj-lt"/>
                <a:ea typeface="+mj-lt"/>
                <a:cs typeface="+mj-lt"/>
              </a:defRPr>
            </a:lvl5pPr>
            <a:lvl6pPr marL="0" indent="0" algn="ctr">
              <a:lnSpc>
                <a:spcPct val="110000"/>
              </a:lnSpc>
              <a:spcBef>
                <a:spcPts val="0"/>
              </a:spcBef>
              <a:spcAft>
                <a:spcPts val="0"/>
              </a:spcAft>
              <a:buNone/>
              <a:defRPr sz="4209" b="1">
                <a:solidFill>
                  <a:schemeClr val="tx1"/>
                </a:solidFill>
                <a:latin typeface="+mj-lt"/>
                <a:ea typeface="+mj-lt"/>
                <a:cs typeface="+mj-lt"/>
              </a:defRPr>
            </a:lvl6pPr>
            <a:lvl7pPr marL="0" indent="0" algn="ctr">
              <a:lnSpc>
                <a:spcPct val="110000"/>
              </a:lnSpc>
              <a:spcBef>
                <a:spcPts val="0"/>
              </a:spcBef>
              <a:spcAft>
                <a:spcPts val="0"/>
              </a:spcAft>
              <a:buNone/>
              <a:defRPr sz="4209" b="1">
                <a:solidFill>
                  <a:schemeClr val="tx1"/>
                </a:solidFill>
                <a:latin typeface="+mj-lt"/>
                <a:ea typeface="+mj-lt"/>
                <a:cs typeface="+mj-lt"/>
              </a:defRPr>
            </a:lvl7pPr>
            <a:lvl8pPr marL="0" indent="0" algn="ctr">
              <a:lnSpc>
                <a:spcPct val="110000"/>
              </a:lnSpc>
              <a:spcBef>
                <a:spcPts val="0"/>
              </a:spcBef>
              <a:spcAft>
                <a:spcPts val="0"/>
              </a:spcAft>
              <a:buNone/>
              <a:defRPr sz="4209" b="1">
                <a:solidFill>
                  <a:schemeClr val="tx1"/>
                </a:solidFill>
                <a:latin typeface="+mj-lt"/>
                <a:ea typeface="+mj-lt"/>
                <a:cs typeface="+mj-lt"/>
              </a:defRPr>
            </a:lvl8pPr>
            <a:lvl9pPr marL="0" indent="0" algn="ctr">
              <a:lnSpc>
                <a:spcPct val="110000"/>
              </a:lnSpc>
              <a:spcBef>
                <a:spcPts val="0"/>
              </a:spcBef>
              <a:spcAft>
                <a:spcPts val="0"/>
              </a:spcAft>
              <a:buNone/>
              <a:defRPr sz="4209"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9C900DD-08B6-435E-AA23-AD717793457F}"/>
              </a:ext>
            </a:extLst>
          </p:cNvPr>
          <p:cNvSpPr>
            <a:spLocks xmlns:a="http://schemas.openxmlformats.org/drawingml/2006/main" noGrp="1"/>
          </p:cNvSpPr>
          <p:nvPr>
            <p:ph type="subTitle" idx="1"/>
          </p:nvPr>
        </p:nvSpPr>
        <p:spPr>
          <a:xfrm xmlns:a="http://schemas.openxmlformats.org/drawingml/2006/main">
            <a:off x="1603800" y="4158000"/>
            <a:ext cx="7484400" cy="840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1842" b="0">
                <a:solidFill>
                  <a:schemeClr val="tx1"/>
                </a:solidFill>
                <a:latin typeface="+mn-lt"/>
                <a:ea typeface="+mn-lt"/>
                <a:cs typeface="+mn-lt"/>
              </a:defRPr>
            </a:defPPr>
            <a:lvl1pPr marL="0" indent="0" algn="ctr">
              <a:lnSpc>
                <a:spcPct val="110000"/>
              </a:lnSpc>
              <a:spcBef>
                <a:spcPts val="0"/>
              </a:spcBef>
              <a:spcAft>
                <a:spcPts val="0"/>
              </a:spcAft>
              <a:buNone/>
              <a:defRPr sz="1842" b="0">
                <a:solidFill>
                  <a:schemeClr val="tx1"/>
                </a:solidFill>
                <a:latin typeface="+mn-lt"/>
                <a:ea typeface="+mn-lt"/>
                <a:cs typeface="+mn-lt"/>
              </a:defRPr>
            </a:lvl1pPr>
            <a:lvl2pPr marL="0" indent="0" algn="ctr">
              <a:lnSpc>
                <a:spcPct val="110000"/>
              </a:lnSpc>
              <a:spcBef>
                <a:spcPts val="0"/>
              </a:spcBef>
              <a:spcAft>
                <a:spcPts val="0"/>
              </a:spcAft>
              <a:buNone/>
              <a:defRPr sz="1842" b="0">
                <a:solidFill>
                  <a:schemeClr val="tx1"/>
                </a:solidFill>
                <a:latin typeface="+mn-lt"/>
                <a:ea typeface="+mn-lt"/>
                <a:cs typeface="+mn-lt"/>
              </a:defRPr>
            </a:lvl2pPr>
            <a:lvl3pPr marL="0" indent="0" algn="ctr">
              <a:lnSpc>
                <a:spcPct val="110000"/>
              </a:lnSpc>
              <a:spcBef>
                <a:spcPts val="0"/>
              </a:spcBef>
              <a:spcAft>
                <a:spcPts val="0"/>
              </a:spcAft>
              <a:buNone/>
              <a:defRPr sz="1842" b="0">
                <a:solidFill>
                  <a:schemeClr val="tx1"/>
                </a:solidFill>
                <a:latin typeface="+mn-lt"/>
                <a:ea typeface="+mn-lt"/>
                <a:cs typeface="+mn-lt"/>
              </a:defRPr>
            </a:lvl3pPr>
            <a:lvl4pPr marL="0" indent="0" algn="ctr">
              <a:lnSpc>
                <a:spcPct val="110000"/>
              </a:lnSpc>
              <a:spcBef>
                <a:spcPts val="0"/>
              </a:spcBef>
              <a:spcAft>
                <a:spcPts val="0"/>
              </a:spcAft>
              <a:buNone/>
              <a:defRPr sz="1842" b="0">
                <a:solidFill>
                  <a:schemeClr val="tx1"/>
                </a:solidFill>
                <a:latin typeface="+mn-lt"/>
                <a:ea typeface="+mn-lt"/>
                <a:cs typeface="+mn-lt"/>
              </a:defRPr>
            </a:lvl4pPr>
            <a:lvl5pPr marL="0" indent="0" algn="ctr">
              <a:lnSpc>
                <a:spcPct val="110000"/>
              </a:lnSpc>
              <a:spcBef>
                <a:spcPts val="0"/>
              </a:spcBef>
              <a:spcAft>
                <a:spcPts val="0"/>
              </a:spcAft>
              <a:buNone/>
              <a:defRPr sz="1842" b="0">
                <a:solidFill>
                  <a:schemeClr val="tx1"/>
                </a:solidFill>
                <a:latin typeface="+mn-lt"/>
                <a:ea typeface="+mn-lt"/>
                <a:cs typeface="+mn-lt"/>
              </a:defRPr>
            </a:lvl5pPr>
            <a:lvl6pPr marL="0" indent="0" algn="ctr">
              <a:lnSpc>
                <a:spcPct val="110000"/>
              </a:lnSpc>
              <a:spcBef>
                <a:spcPts val="0"/>
              </a:spcBef>
              <a:spcAft>
                <a:spcPts val="0"/>
              </a:spcAft>
              <a:buNone/>
              <a:defRPr sz="1842" b="0">
                <a:solidFill>
                  <a:schemeClr val="tx1"/>
                </a:solidFill>
                <a:latin typeface="+mn-lt"/>
                <a:ea typeface="+mn-lt"/>
                <a:cs typeface="+mn-lt"/>
              </a:defRPr>
            </a:lvl6pPr>
            <a:lvl7pPr marL="0" indent="0" algn="ctr">
              <a:lnSpc>
                <a:spcPct val="110000"/>
              </a:lnSpc>
              <a:spcBef>
                <a:spcPts val="0"/>
              </a:spcBef>
              <a:spcAft>
                <a:spcPts val="0"/>
              </a:spcAft>
              <a:buNone/>
              <a:defRPr sz="1842" b="0">
                <a:solidFill>
                  <a:schemeClr val="tx1"/>
                </a:solidFill>
                <a:latin typeface="+mn-lt"/>
                <a:ea typeface="+mn-lt"/>
                <a:cs typeface="+mn-lt"/>
              </a:defRPr>
            </a:lvl7pPr>
            <a:lvl8pPr marL="0" indent="0" algn="ctr">
              <a:lnSpc>
                <a:spcPct val="110000"/>
              </a:lnSpc>
              <a:spcBef>
                <a:spcPts val="0"/>
              </a:spcBef>
              <a:spcAft>
                <a:spcPts val="0"/>
              </a:spcAft>
              <a:buNone/>
              <a:defRPr sz="1842" b="0">
                <a:solidFill>
                  <a:schemeClr val="tx1"/>
                </a:solidFill>
                <a:latin typeface="+mn-lt"/>
                <a:ea typeface="+mn-lt"/>
                <a:cs typeface="+mn-lt"/>
              </a:defRPr>
            </a:lvl8pPr>
            <a:lvl9pPr marL="0" indent="0" algn="ctr">
              <a:lnSpc>
                <a:spcPct val="110000"/>
              </a:lnSpc>
              <a:spcBef>
                <a:spcPts val="0"/>
              </a:spcBef>
              <a:spcAft>
                <a:spcPts val="0"/>
              </a:spcAft>
              <a:buNone/>
              <a:defRPr sz="1842"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F213D88-A62A-4870-9963-9A24C467BE7B}"/>
              </a:ext>
            </a:extLst>
          </p:cNvPr>
          <p:cNvSpPr>
            <a:spLocks xmlns:a="http://schemas.openxmlformats.org/drawingml/2006/main" noGrp="1"/>
          </p:cNvSpPr>
          <p:nvPr>
            <p:ph type="title" idx="0"/>
          </p:nvPr>
        </p:nvSpPr>
        <p:spPr>
          <a:xfrm xmlns:a="http://schemas.openxmlformats.org/drawingml/2006/main">
            <a:off x="1069200" y="3150000"/>
            <a:ext cx="8553600" cy="1260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683" b="1">
                <a:solidFill>
                  <a:schemeClr val="tx1"/>
                </a:solidFill>
                <a:latin typeface="+mj-lt"/>
                <a:ea typeface="+mj-lt"/>
                <a:cs typeface="+mj-lt"/>
              </a:defRPr>
            </a:defPPr>
            <a:lvl1pPr marL="0" indent="0" algn="ctr">
              <a:lnSpc>
                <a:spcPct val="110000"/>
              </a:lnSpc>
              <a:spcBef>
                <a:spcPts val="0"/>
              </a:spcBef>
              <a:spcAft>
                <a:spcPts val="0"/>
              </a:spcAft>
              <a:buNone/>
              <a:defRPr sz="3683" b="1">
                <a:solidFill>
                  <a:schemeClr val="tx1"/>
                </a:solidFill>
                <a:latin typeface="+mj-lt"/>
                <a:ea typeface="+mj-lt"/>
                <a:cs typeface="+mj-lt"/>
              </a:defRPr>
            </a:lvl1pPr>
            <a:lvl2pPr marL="0" indent="0" algn="ctr">
              <a:lnSpc>
                <a:spcPct val="110000"/>
              </a:lnSpc>
              <a:spcBef>
                <a:spcPts val="0"/>
              </a:spcBef>
              <a:spcAft>
                <a:spcPts val="0"/>
              </a:spcAft>
              <a:buNone/>
              <a:defRPr sz="3683" b="1">
                <a:solidFill>
                  <a:schemeClr val="tx1"/>
                </a:solidFill>
                <a:latin typeface="+mj-lt"/>
                <a:ea typeface="+mj-lt"/>
                <a:cs typeface="+mj-lt"/>
              </a:defRPr>
            </a:lvl2pPr>
            <a:lvl3pPr marL="0" indent="0" algn="ctr">
              <a:lnSpc>
                <a:spcPct val="110000"/>
              </a:lnSpc>
              <a:spcBef>
                <a:spcPts val="0"/>
              </a:spcBef>
              <a:spcAft>
                <a:spcPts val="0"/>
              </a:spcAft>
              <a:buNone/>
              <a:defRPr sz="3683" b="1">
                <a:solidFill>
                  <a:schemeClr val="tx1"/>
                </a:solidFill>
                <a:latin typeface="+mj-lt"/>
                <a:ea typeface="+mj-lt"/>
                <a:cs typeface="+mj-lt"/>
              </a:defRPr>
            </a:lvl3pPr>
            <a:lvl4pPr marL="0" indent="0" algn="ctr">
              <a:lnSpc>
                <a:spcPct val="110000"/>
              </a:lnSpc>
              <a:spcBef>
                <a:spcPts val="0"/>
              </a:spcBef>
              <a:spcAft>
                <a:spcPts val="0"/>
              </a:spcAft>
              <a:buNone/>
              <a:defRPr sz="3683" b="1">
                <a:solidFill>
                  <a:schemeClr val="tx1"/>
                </a:solidFill>
                <a:latin typeface="+mj-lt"/>
                <a:ea typeface="+mj-lt"/>
                <a:cs typeface="+mj-lt"/>
              </a:defRPr>
            </a:lvl4pPr>
            <a:lvl5pPr marL="0" indent="0" algn="ctr">
              <a:lnSpc>
                <a:spcPct val="110000"/>
              </a:lnSpc>
              <a:spcBef>
                <a:spcPts val="0"/>
              </a:spcBef>
              <a:spcAft>
                <a:spcPts val="0"/>
              </a:spcAft>
              <a:buNone/>
              <a:defRPr sz="3683" b="1">
                <a:solidFill>
                  <a:schemeClr val="tx1"/>
                </a:solidFill>
                <a:latin typeface="+mj-lt"/>
                <a:ea typeface="+mj-lt"/>
                <a:cs typeface="+mj-lt"/>
              </a:defRPr>
            </a:lvl5pPr>
            <a:lvl6pPr marL="0" indent="0" algn="ctr">
              <a:lnSpc>
                <a:spcPct val="110000"/>
              </a:lnSpc>
              <a:spcBef>
                <a:spcPts val="0"/>
              </a:spcBef>
              <a:spcAft>
                <a:spcPts val="0"/>
              </a:spcAft>
              <a:buNone/>
              <a:defRPr sz="3683" b="1">
                <a:solidFill>
                  <a:schemeClr val="tx1"/>
                </a:solidFill>
                <a:latin typeface="+mj-lt"/>
                <a:ea typeface="+mj-lt"/>
                <a:cs typeface="+mj-lt"/>
              </a:defRPr>
            </a:lvl6pPr>
            <a:lvl7pPr marL="0" indent="0" algn="ctr">
              <a:lnSpc>
                <a:spcPct val="110000"/>
              </a:lnSpc>
              <a:spcBef>
                <a:spcPts val="0"/>
              </a:spcBef>
              <a:spcAft>
                <a:spcPts val="0"/>
              </a:spcAft>
              <a:buNone/>
              <a:defRPr sz="3683" b="1">
                <a:solidFill>
                  <a:schemeClr val="tx1"/>
                </a:solidFill>
                <a:latin typeface="+mj-lt"/>
                <a:ea typeface="+mj-lt"/>
                <a:cs typeface="+mj-lt"/>
              </a:defRPr>
            </a:lvl7pPr>
            <a:lvl8pPr marL="0" indent="0" algn="ctr">
              <a:lnSpc>
                <a:spcPct val="110000"/>
              </a:lnSpc>
              <a:spcBef>
                <a:spcPts val="0"/>
              </a:spcBef>
              <a:spcAft>
                <a:spcPts val="0"/>
              </a:spcAft>
              <a:buNone/>
              <a:defRPr sz="3683" b="1">
                <a:solidFill>
                  <a:schemeClr val="tx1"/>
                </a:solidFill>
                <a:latin typeface="+mj-lt"/>
                <a:ea typeface="+mj-lt"/>
                <a:cs typeface="+mj-lt"/>
              </a:defRPr>
            </a:lvl8pPr>
            <a:lvl9pPr marL="0" indent="0" algn="ctr">
              <a:lnSpc>
                <a:spcPct val="110000"/>
              </a:lnSpc>
              <a:spcBef>
                <a:spcPts val="0"/>
              </a:spcBef>
              <a:spcAft>
                <a:spcPts val="0"/>
              </a:spcAft>
              <a:buNone/>
              <a:defRPr sz="3683"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0024CA7-85BD-414E-8810-1CF19FEF0595}"/>
              </a:ext>
            </a:extLst>
          </p:cNvPr>
          <p:cNvSpPr>
            <a:spLocks xmlns:a="http://schemas.openxmlformats.org/drawingml/2006/main" noGrp="1"/>
          </p:cNvSpPr>
          <p:nvPr>
            <p:ph type="title" idx="0"/>
          </p:nvPr>
        </p:nvSpPr>
        <p:spPr>
          <a:xfrm xmlns:a="http://schemas.openxmlformats.org/drawingml/2006/main">
            <a:off x="601425" y="588000"/>
            <a:ext cx="9489150" cy="92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94" b="1">
                <a:solidFill>
                  <a:schemeClr val="tx1"/>
                </a:solidFill>
                <a:latin typeface="+mj-lt"/>
                <a:ea typeface="+mj-lt"/>
                <a:cs typeface="+mj-lt"/>
              </a:defRPr>
            </a:defPPr>
            <a:lvl1pPr marL="0" indent="0" algn="l">
              <a:lnSpc>
                <a:spcPct val="110000"/>
              </a:lnSpc>
              <a:spcBef>
                <a:spcPts val="0"/>
              </a:spcBef>
              <a:spcAft>
                <a:spcPts val="0"/>
              </a:spcAft>
              <a:buNone/>
              <a:defRPr sz="2894" b="1">
                <a:solidFill>
                  <a:schemeClr val="tx1"/>
                </a:solidFill>
                <a:latin typeface="+mj-lt"/>
                <a:ea typeface="+mj-lt"/>
                <a:cs typeface="+mj-lt"/>
              </a:defRPr>
            </a:lvl1pPr>
            <a:lvl2pPr marL="0" indent="0" algn="l">
              <a:lnSpc>
                <a:spcPct val="110000"/>
              </a:lnSpc>
              <a:spcBef>
                <a:spcPts val="0"/>
              </a:spcBef>
              <a:spcAft>
                <a:spcPts val="0"/>
              </a:spcAft>
              <a:buNone/>
              <a:defRPr sz="2894" b="1">
                <a:solidFill>
                  <a:schemeClr val="tx1"/>
                </a:solidFill>
                <a:latin typeface="+mj-lt"/>
                <a:ea typeface="+mj-lt"/>
                <a:cs typeface="+mj-lt"/>
              </a:defRPr>
            </a:lvl2pPr>
            <a:lvl3pPr marL="0" indent="0" algn="l">
              <a:lnSpc>
                <a:spcPct val="110000"/>
              </a:lnSpc>
              <a:spcBef>
                <a:spcPts val="0"/>
              </a:spcBef>
              <a:spcAft>
                <a:spcPts val="0"/>
              </a:spcAft>
              <a:buNone/>
              <a:defRPr sz="2894" b="1">
                <a:solidFill>
                  <a:schemeClr val="tx1"/>
                </a:solidFill>
                <a:latin typeface="+mj-lt"/>
                <a:ea typeface="+mj-lt"/>
                <a:cs typeface="+mj-lt"/>
              </a:defRPr>
            </a:lvl3pPr>
            <a:lvl4pPr marL="0" indent="0" algn="l">
              <a:lnSpc>
                <a:spcPct val="110000"/>
              </a:lnSpc>
              <a:spcBef>
                <a:spcPts val="0"/>
              </a:spcBef>
              <a:spcAft>
                <a:spcPts val="0"/>
              </a:spcAft>
              <a:buNone/>
              <a:defRPr sz="2894" b="1">
                <a:solidFill>
                  <a:schemeClr val="tx1"/>
                </a:solidFill>
                <a:latin typeface="+mj-lt"/>
                <a:ea typeface="+mj-lt"/>
                <a:cs typeface="+mj-lt"/>
              </a:defRPr>
            </a:lvl4pPr>
            <a:lvl5pPr marL="0" indent="0" algn="l">
              <a:lnSpc>
                <a:spcPct val="110000"/>
              </a:lnSpc>
              <a:spcBef>
                <a:spcPts val="0"/>
              </a:spcBef>
              <a:spcAft>
                <a:spcPts val="0"/>
              </a:spcAft>
              <a:buNone/>
              <a:defRPr sz="2894" b="1">
                <a:solidFill>
                  <a:schemeClr val="tx1"/>
                </a:solidFill>
                <a:latin typeface="+mj-lt"/>
                <a:ea typeface="+mj-lt"/>
                <a:cs typeface="+mj-lt"/>
              </a:defRPr>
            </a:lvl5pPr>
            <a:lvl6pPr marL="0" indent="0" algn="l">
              <a:lnSpc>
                <a:spcPct val="110000"/>
              </a:lnSpc>
              <a:spcBef>
                <a:spcPts val="0"/>
              </a:spcBef>
              <a:spcAft>
                <a:spcPts val="0"/>
              </a:spcAft>
              <a:buNone/>
              <a:defRPr sz="2894" b="1">
                <a:solidFill>
                  <a:schemeClr val="tx1"/>
                </a:solidFill>
                <a:latin typeface="+mj-lt"/>
                <a:ea typeface="+mj-lt"/>
                <a:cs typeface="+mj-lt"/>
              </a:defRPr>
            </a:lvl6pPr>
            <a:lvl7pPr marL="0" indent="0" algn="l">
              <a:lnSpc>
                <a:spcPct val="110000"/>
              </a:lnSpc>
              <a:spcBef>
                <a:spcPts val="0"/>
              </a:spcBef>
              <a:spcAft>
                <a:spcPts val="0"/>
              </a:spcAft>
              <a:buNone/>
              <a:defRPr sz="2894" b="1">
                <a:solidFill>
                  <a:schemeClr val="tx1"/>
                </a:solidFill>
                <a:latin typeface="+mj-lt"/>
                <a:ea typeface="+mj-lt"/>
                <a:cs typeface="+mj-lt"/>
              </a:defRPr>
            </a:lvl7pPr>
            <a:lvl8pPr marL="0" indent="0" algn="l">
              <a:lnSpc>
                <a:spcPct val="110000"/>
              </a:lnSpc>
              <a:spcBef>
                <a:spcPts val="0"/>
              </a:spcBef>
              <a:spcAft>
                <a:spcPts val="0"/>
              </a:spcAft>
              <a:buNone/>
              <a:defRPr sz="2894" b="1">
                <a:solidFill>
                  <a:schemeClr val="tx1"/>
                </a:solidFill>
                <a:latin typeface="+mj-lt"/>
                <a:ea typeface="+mj-lt"/>
                <a:cs typeface="+mj-lt"/>
              </a:defRPr>
            </a:lvl8pPr>
            <a:lvl9pPr marL="0" indent="0" algn="l">
              <a:lnSpc>
                <a:spcPct val="110000"/>
              </a:lnSpc>
              <a:spcBef>
                <a:spcPts val="0"/>
              </a:spcBef>
              <a:spcAft>
                <a:spcPts val="0"/>
              </a:spcAft>
              <a:buNone/>
              <a:defRPr sz="2894"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169D27A-197E-4F1D-B584-195B285D43AD}"/>
              </a:ext>
            </a:extLst>
          </p:cNvPr>
          <p:cNvSpPr>
            <a:spLocks xmlns:a="http://schemas.openxmlformats.org/drawingml/2006/main" noGrp="1"/>
          </p:cNvSpPr>
          <p:nvPr>
            <p:ph type="body" idx="1"/>
          </p:nvPr>
        </p:nvSpPr>
        <p:spPr>
          <a:xfrm xmlns:a="http://schemas.openxmlformats.org/drawingml/2006/main">
            <a:off x="601425" y="2100000"/>
            <a:ext cx="9489150" cy="470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973" b="0">
                <a:solidFill>
                  <a:schemeClr val="tx1"/>
                </a:solidFill>
                <a:latin typeface="+mn-lt"/>
                <a:ea typeface="+mn-lt"/>
                <a:cs typeface="+mn-lt"/>
              </a:defRPr>
            </a:defPPr>
            <a:lvl1pPr marL="200475" indent="-200475" algn="l">
              <a:lnSpc>
                <a:spcPct val="110000"/>
              </a:lnSpc>
              <a:spcBef>
                <a:spcPts val="0"/>
              </a:spcBef>
              <a:spcAft>
                <a:spcPts val="1052"/>
              </a:spcAft>
              <a:buChar char="•"/>
              <a:defRPr sz="1973" b="0">
                <a:solidFill>
                  <a:schemeClr val="tx1"/>
                </a:solidFill>
                <a:latin typeface="+mn-lt"/>
                <a:ea typeface="+mn-lt"/>
                <a:cs typeface="+mn-lt"/>
              </a:defRPr>
            </a:lvl1pPr>
            <a:lvl2pPr marL="467775" indent="-200475" algn="l">
              <a:lnSpc>
                <a:spcPct val="110000"/>
              </a:lnSpc>
              <a:spcBef>
                <a:spcPts val="0"/>
              </a:spcBef>
              <a:spcAft>
                <a:spcPts val="1052"/>
              </a:spcAft>
              <a:buChar char="•"/>
              <a:defRPr sz="1973" b="0">
                <a:solidFill>
                  <a:schemeClr val="tx1"/>
                </a:solidFill>
                <a:latin typeface="+mn-lt"/>
                <a:ea typeface="+mn-lt"/>
                <a:cs typeface="+mn-lt"/>
              </a:defRPr>
            </a:lvl2pPr>
            <a:lvl3pPr marL="735075" indent="-200475" algn="l">
              <a:lnSpc>
                <a:spcPct val="110000"/>
              </a:lnSpc>
              <a:spcBef>
                <a:spcPts val="0"/>
              </a:spcBef>
              <a:spcAft>
                <a:spcPts val="1052"/>
              </a:spcAft>
              <a:buChar char="•"/>
              <a:defRPr sz="1973" b="0">
                <a:solidFill>
                  <a:schemeClr val="tx1"/>
                </a:solidFill>
                <a:latin typeface="+mn-lt"/>
                <a:ea typeface="+mn-lt"/>
                <a:cs typeface="+mn-lt"/>
              </a:defRPr>
            </a:lvl3pPr>
            <a:lvl4pPr marL="1002375" indent="-200475" algn="l">
              <a:lnSpc>
                <a:spcPct val="110000"/>
              </a:lnSpc>
              <a:spcBef>
                <a:spcPts val="0"/>
              </a:spcBef>
              <a:spcAft>
                <a:spcPts val="1052"/>
              </a:spcAft>
              <a:buChar char="•"/>
              <a:defRPr sz="1973" b="0">
                <a:solidFill>
                  <a:schemeClr val="tx1"/>
                </a:solidFill>
                <a:latin typeface="+mn-lt"/>
                <a:ea typeface="+mn-lt"/>
                <a:cs typeface="+mn-lt"/>
              </a:defRPr>
            </a:lvl4pPr>
            <a:lvl5pPr marL="1269675" indent="-200475" algn="l">
              <a:lnSpc>
                <a:spcPct val="110000"/>
              </a:lnSpc>
              <a:spcBef>
                <a:spcPts val="0"/>
              </a:spcBef>
              <a:spcAft>
                <a:spcPts val="1052"/>
              </a:spcAft>
              <a:buChar char="•"/>
              <a:defRPr sz="1973" b="0">
                <a:solidFill>
                  <a:schemeClr val="tx1"/>
                </a:solidFill>
                <a:latin typeface="+mn-lt"/>
                <a:ea typeface="+mn-lt"/>
                <a:cs typeface="+mn-lt"/>
              </a:defRPr>
            </a:lvl5pPr>
            <a:lvl6pPr marL="1536975" indent="-200475" algn="l">
              <a:lnSpc>
                <a:spcPct val="110000"/>
              </a:lnSpc>
              <a:spcBef>
                <a:spcPts val="0"/>
              </a:spcBef>
              <a:spcAft>
                <a:spcPts val="1052"/>
              </a:spcAft>
              <a:buChar char="•"/>
              <a:defRPr sz="1973" b="0">
                <a:solidFill>
                  <a:schemeClr val="tx1"/>
                </a:solidFill>
                <a:latin typeface="+mn-lt"/>
                <a:ea typeface="+mn-lt"/>
                <a:cs typeface="+mn-lt"/>
              </a:defRPr>
            </a:lvl6pPr>
            <a:lvl7pPr marL="1804275" indent="-200475" algn="l">
              <a:lnSpc>
                <a:spcPct val="110000"/>
              </a:lnSpc>
              <a:spcBef>
                <a:spcPts val="0"/>
              </a:spcBef>
              <a:spcAft>
                <a:spcPts val="1052"/>
              </a:spcAft>
              <a:buChar char="•"/>
              <a:defRPr sz="1973" b="0">
                <a:solidFill>
                  <a:schemeClr val="tx1"/>
                </a:solidFill>
                <a:latin typeface="+mn-lt"/>
                <a:ea typeface="+mn-lt"/>
                <a:cs typeface="+mn-lt"/>
              </a:defRPr>
            </a:lvl7pPr>
            <a:lvl8pPr marL="2071575" indent="-200475" algn="l">
              <a:lnSpc>
                <a:spcPct val="110000"/>
              </a:lnSpc>
              <a:spcBef>
                <a:spcPts val="0"/>
              </a:spcBef>
              <a:spcAft>
                <a:spcPts val="1052"/>
              </a:spcAft>
              <a:buChar char="•"/>
              <a:defRPr sz="1973" b="0">
                <a:solidFill>
                  <a:schemeClr val="tx1"/>
                </a:solidFill>
                <a:latin typeface="+mn-lt"/>
                <a:ea typeface="+mn-lt"/>
                <a:cs typeface="+mn-lt"/>
              </a:defRPr>
            </a:lvl8pPr>
            <a:lvl9pPr marL="2338875" indent="-200475" algn="l">
              <a:lnSpc>
                <a:spcPct val="110000"/>
              </a:lnSpc>
              <a:spcBef>
                <a:spcPts val="0"/>
              </a:spcBef>
              <a:spcAft>
                <a:spcPts val="1052"/>
              </a:spcAft>
              <a:buChar char="•"/>
              <a:defRPr sz="1973"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171A893-2326-4889-8315-DA84DCB2B54C}"/>
              </a:ext>
            </a:extLst>
          </p:cNvPr>
          <p:cNvSpPr>
            <a:spLocks xmlns:a="http://schemas.openxmlformats.org/drawingml/2006/main" noGrp="1"/>
          </p:cNvSpPr>
          <p:nvPr>
            <p:ph type="title" idx="0"/>
          </p:nvPr>
        </p:nvSpPr>
        <p:spPr>
          <a:xfrm xmlns:a="http://schemas.openxmlformats.org/drawingml/2006/main">
            <a:off x="601425" y="588000"/>
            <a:ext cx="9489150" cy="92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94" b="1">
                <a:solidFill>
                  <a:schemeClr val="tx1"/>
                </a:solidFill>
                <a:latin typeface="+mj-lt"/>
                <a:ea typeface="+mj-lt"/>
                <a:cs typeface="+mj-lt"/>
              </a:defRPr>
            </a:defPPr>
            <a:lvl1pPr marL="0" indent="0" algn="l">
              <a:lnSpc>
                <a:spcPct val="110000"/>
              </a:lnSpc>
              <a:spcBef>
                <a:spcPts val="0"/>
              </a:spcBef>
              <a:spcAft>
                <a:spcPts val="0"/>
              </a:spcAft>
              <a:buNone/>
              <a:defRPr sz="2894" b="1">
                <a:solidFill>
                  <a:schemeClr val="tx1"/>
                </a:solidFill>
                <a:latin typeface="+mj-lt"/>
                <a:ea typeface="+mj-lt"/>
                <a:cs typeface="+mj-lt"/>
              </a:defRPr>
            </a:lvl1pPr>
            <a:lvl2pPr marL="0" indent="0" algn="l">
              <a:lnSpc>
                <a:spcPct val="110000"/>
              </a:lnSpc>
              <a:spcBef>
                <a:spcPts val="0"/>
              </a:spcBef>
              <a:spcAft>
                <a:spcPts val="0"/>
              </a:spcAft>
              <a:buNone/>
              <a:defRPr sz="2894" b="1">
                <a:solidFill>
                  <a:schemeClr val="tx1"/>
                </a:solidFill>
                <a:latin typeface="+mj-lt"/>
                <a:ea typeface="+mj-lt"/>
                <a:cs typeface="+mj-lt"/>
              </a:defRPr>
            </a:lvl2pPr>
            <a:lvl3pPr marL="0" indent="0" algn="l">
              <a:lnSpc>
                <a:spcPct val="110000"/>
              </a:lnSpc>
              <a:spcBef>
                <a:spcPts val="0"/>
              </a:spcBef>
              <a:spcAft>
                <a:spcPts val="0"/>
              </a:spcAft>
              <a:buNone/>
              <a:defRPr sz="2894" b="1">
                <a:solidFill>
                  <a:schemeClr val="tx1"/>
                </a:solidFill>
                <a:latin typeface="+mj-lt"/>
                <a:ea typeface="+mj-lt"/>
                <a:cs typeface="+mj-lt"/>
              </a:defRPr>
            </a:lvl3pPr>
            <a:lvl4pPr marL="0" indent="0" algn="l">
              <a:lnSpc>
                <a:spcPct val="110000"/>
              </a:lnSpc>
              <a:spcBef>
                <a:spcPts val="0"/>
              </a:spcBef>
              <a:spcAft>
                <a:spcPts val="0"/>
              </a:spcAft>
              <a:buNone/>
              <a:defRPr sz="2894" b="1">
                <a:solidFill>
                  <a:schemeClr val="tx1"/>
                </a:solidFill>
                <a:latin typeface="+mj-lt"/>
                <a:ea typeface="+mj-lt"/>
                <a:cs typeface="+mj-lt"/>
              </a:defRPr>
            </a:lvl4pPr>
            <a:lvl5pPr marL="0" indent="0" algn="l">
              <a:lnSpc>
                <a:spcPct val="110000"/>
              </a:lnSpc>
              <a:spcBef>
                <a:spcPts val="0"/>
              </a:spcBef>
              <a:spcAft>
                <a:spcPts val="0"/>
              </a:spcAft>
              <a:buNone/>
              <a:defRPr sz="2894" b="1">
                <a:solidFill>
                  <a:schemeClr val="tx1"/>
                </a:solidFill>
                <a:latin typeface="+mj-lt"/>
                <a:ea typeface="+mj-lt"/>
                <a:cs typeface="+mj-lt"/>
              </a:defRPr>
            </a:lvl5pPr>
            <a:lvl6pPr marL="0" indent="0" algn="l">
              <a:lnSpc>
                <a:spcPct val="110000"/>
              </a:lnSpc>
              <a:spcBef>
                <a:spcPts val="0"/>
              </a:spcBef>
              <a:spcAft>
                <a:spcPts val="0"/>
              </a:spcAft>
              <a:buNone/>
              <a:defRPr sz="2894" b="1">
                <a:solidFill>
                  <a:schemeClr val="tx1"/>
                </a:solidFill>
                <a:latin typeface="+mj-lt"/>
                <a:ea typeface="+mj-lt"/>
                <a:cs typeface="+mj-lt"/>
              </a:defRPr>
            </a:lvl6pPr>
            <a:lvl7pPr marL="0" indent="0" algn="l">
              <a:lnSpc>
                <a:spcPct val="110000"/>
              </a:lnSpc>
              <a:spcBef>
                <a:spcPts val="0"/>
              </a:spcBef>
              <a:spcAft>
                <a:spcPts val="0"/>
              </a:spcAft>
              <a:buNone/>
              <a:defRPr sz="2894" b="1">
                <a:solidFill>
                  <a:schemeClr val="tx1"/>
                </a:solidFill>
                <a:latin typeface="+mj-lt"/>
                <a:ea typeface="+mj-lt"/>
                <a:cs typeface="+mj-lt"/>
              </a:defRPr>
            </a:lvl7pPr>
            <a:lvl8pPr marL="0" indent="0" algn="l">
              <a:lnSpc>
                <a:spcPct val="110000"/>
              </a:lnSpc>
              <a:spcBef>
                <a:spcPts val="0"/>
              </a:spcBef>
              <a:spcAft>
                <a:spcPts val="0"/>
              </a:spcAft>
              <a:buNone/>
              <a:defRPr sz="2894" b="1">
                <a:solidFill>
                  <a:schemeClr val="tx1"/>
                </a:solidFill>
                <a:latin typeface="+mj-lt"/>
                <a:ea typeface="+mj-lt"/>
                <a:cs typeface="+mj-lt"/>
              </a:defRPr>
            </a:lvl8pPr>
            <a:lvl9pPr marL="0" indent="0" algn="l">
              <a:lnSpc>
                <a:spcPct val="110000"/>
              </a:lnSpc>
              <a:spcBef>
                <a:spcPts val="0"/>
              </a:spcBef>
              <a:spcAft>
                <a:spcPts val="0"/>
              </a:spcAft>
              <a:buNone/>
              <a:defRPr sz="2894"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437DE31-EEC0-4395-97C2-943FD58C9132}"/>
              </a:ext>
            </a:extLst>
          </p:cNvPr>
          <p:cNvSpPr>
            <a:spLocks xmlns:a="http://schemas.openxmlformats.org/drawingml/2006/main" noGrp="1"/>
          </p:cNvSpPr>
          <p:nvPr>
            <p:ph type="body" idx="1"/>
          </p:nvPr>
        </p:nvSpPr>
        <p:spPr>
          <a:xfrm xmlns:a="http://schemas.openxmlformats.org/drawingml/2006/main">
            <a:off x="601425" y="2100000"/>
            <a:ext cx="4410450" cy="470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842" b="0">
                <a:solidFill>
                  <a:schemeClr val="tx1"/>
                </a:solidFill>
                <a:latin typeface="+mn-lt"/>
                <a:ea typeface="+mn-lt"/>
                <a:cs typeface="+mn-lt"/>
              </a:defRPr>
            </a:defPPr>
            <a:lvl1pPr marL="200475" indent="-200475" algn="l">
              <a:lnSpc>
                <a:spcPct val="110000"/>
              </a:lnSpc>
              <a:spcBef>
                <a:spcPts val="0"/>
              </a:spcBef>
              <a:spcAft>
                <a:spcPts val="1052"/>
              </a:spcAft>
              <a:buChar char="•"/>
              <a:defRPr sz="1842" b="0">
                <a:solidFill>
                  <a:schemeClr val="tx1"/>
                </a:solidFill>
                <a:latin typeface="+mn-lt"/>
                <a:ea typeface="+mn-lt"/>
                <a:cs typeface="+mn-lt"/>
              </a:defRPr>
            </a:lvl1pPr>
            <a:lvl2pPr marL="467775" indent="-200475" algn="l">
              <a:lnSpc>
                <a:spcPct val="110000"/>
              </a:lnSpc>
              <a:spcBef>
                <a:spcPts val="0"/>
              </a:spcBef>
              <a:spcAft>
                <a:spcPts val="1052"/>
              </a:spcAft>
              <a:buChar char="•"/>
              <a:defRPr sz="1842" b="0">
                <a:solidFill>
                  <a:schemeClr val="tx1"/>
                </a:solidFill>
                <a:latin typeface="+mn-lt"/>
                <a:ea typeface="+mn-lt"/>
                <a:cs typeface="+mn-lt"/>
              </a:defRPr>
            </a:lvl2pPr>
            <a:lvl3pPr marL="735075" indent="-200475" algn="l">
              <a:lnSpc>
                <a:spcPct val="110000"/>
              </a:lnSpc>
              <a:spcBef>
                <a:spcPts val="0"/>
              </a:spcBef>
              <a:spcAft>
                <a:spcPts val="1052"/>
              </a:spcAft>
              <a:buChar char="•"/>
              <a:defRPr sz="1842" b="0">
                <a:solidFill>
                  <a:schemeClr val="tx1"/>
                </a:solidFill>
                <a:latin typeface="+mn-lt"/>
                <a:ea typeface="+mn-lt"/>
                <a:cs typeface="+mn-lt"/>
              </a:defRPr>
            </a:lvl3pPr>
            <a:lvl4pPr marL="1002375" indent="-200475" algn="l">
              <a:lnSpc>
                <a:spcPct val="110000"/>
              </a:lnSpc>
              <a:spcBef>
                <a:spcPts val="0"/>
              </a:spcBef>
              <a:spcAft>
                <a:spcPts val="1052"/>
              </a:spcAft>
              <a:buChar char="•"/>
              <a:defRPr sz="1842" b="0">
                <a:solidFill>
                  <a:schemeClr val="tx1"/>
                </a:solidFill>
                <a:latin typeface="+mn-lt"/>
                <a:ea typeface="+mn-lt"/>
                <a:cs typeface="+mn-lt"/>
              </a:defRPr>
            </a:lvl4pPr>
            <a:lvl5pPr marL="1269675" indent="-200475" algn="l">
              <a:lnSpc>
                <a:spcPct val="110000"/>
              </a:lnSpc>
              <a:spcBef>
                <a:spcPts val="0"/>
              </a:spcBef>
              <a:spcAft>
                <a:spcPts val="1052"/>
              </a:spcAft>
              <a:buChar char="•"/>
              <a:defRPr sz="1842" b="0">
                <a:solidFill>
                  <a:schemeClr val="tx1"/>
                </a:solidFill>
                <a:latin typeface="+mn-lt"/>
                <a:ea typeface="+mn-lt"/>
                <a:cs typeface="+mn-lt"/>
              </a:defRPr>
            </a:lvl5pPr>
            <a:lvl6pPr marL="1536975" indent="-200475" algn="l">
              <a:lnSpc>
                <a:spcPct val="110000"/>
              </a:lnSpc>
              <a:spcBef>
                <a:spcPts val="0"/>
              </a:spcBef>
              <a:spcAft>
                <a:spcPts val="1052"/>
              </a:spcAft>
              <a:buChar char="•"/>
              <a:defRPr sz="1842" b="0">
                <a:solidFill>
                  <a:schemeClr val="tx1"/>
                </a:solidFill>
                <a:latin typeface="+mn-lt"/>
                <a:ea typeface="+mn-lt"/>
                <a:cs typeface="+mn-lt"/>
              </a:defRPr>
            </a:lvl6pPr>
            <a:lvl7pPr marL="1804275" indent="-200475" algn="l">
              <a:lnSpc>
                <a:spcPct val="110000"/>
              </a:lnSpc>
              <a:spcBef>
                <a:spcPts val="0"/>
              </a:spcBef>
              <a:spcAft>
                <a:spcPts val="1052"/>
              </a:spcAft>
              <a:buChar char="•"/>
              <a:defRPr sz="1842" b="0">
                <a:solidFill>
                  <a:schemeClr val="tx1"/>
                </a:solidFill>
                <a:latin typeface="+mn-lt"/>
                <a:ea typeface="+mn-lt"/>
                <a:cs typeface="+mn-lt"/>
              </a:defRPr>
            </a:lvl7pPr>
            <a:lvl8pPr marL="2071575" indent="-200475" algn="l">
              <a:lnSpc>
                <a:spcPct val="110000"/>
              </a:lnSpc>
              <a:spcBef>
                <a:spcPts val="0"/>
              </a:spcBef>
              <a:spcAft>
                <a:spcPts val="1052"/>
              </a:spcAft>
              <a:buChar char="•"/>
              <a:defRPr sz="1842" b="0">
                <a:solidFill>
                  <a:schemeClr val="tx1"/>
                </a:solidFill>
                <a:latin typeface="+mn-lt"/>
                <a:ea typeface="+mn-lt"/>
                <a:cs typeface="+mn-lt"/>
              </a:defRPr>
            </a:lvl8pPr>
            <a:lvl9pPr marL="2338875" indent="-200475" algn="l">
              <a:lnSpc>
                <a:spcPct val="110000"/>
              </a:lnSpc>
              <a:spcBef>
                <a:spcPts val="0"/>
              </a:spcBef>
              <a:spcAft>
                <a:spcPts val="1052"/>
              </a:spcAft>
              <a:buChar char="•"/>
              <a:defRPr sz="1842"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9632BA5-5790-4E9A-936E-126F1B727A23}"/>
              </a:ext>
            </a:extLst>
          </p:cNvPr>
          <p:cNvSpPr>
            <a:spLocks xmlns:a="http://schemas.openxmlformats.org/drawingml/2006/main" noGrp="1"/>
          </p:cNvSpPr>
          <p:nvPr>
            <p:ph type="body" idx="2"/>
          </p:nvPr>
        </p:nvSpPr>
        <p:spPr>
          <a:xfrm xmlns:a="http://schemas.openxmlformats.org/drawingml/2006/main">
            <a:off x="5680125" y="2100000"/>
            <a:ext cx="4410450" cy="470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842" b="0">
                <a:solidFill>
                  <a:schemeClr val="tx1"/>
                </a:solidFill>
                <a:latin typeface="+mn-lt"/>
                <a:ea typeface="+mn-lt"/>
                <a:cs typeface="+mn-lt"/>
              </a:defRPr>
            </a:defPPr>
            <a:lvl1pPr marL="200475" indent="-200475" algn="l">
              <a:lnSpc>
                <a:spcPct val="110000"/>
              </a:lnSpc>
              <a:spcBef>
                <a:spcPts val="0"/>
              </a:spcBef>
              <a:spcAft>
                <a:spcPts val="1052"/>
              </a:spcAft>
              <a:buChar char="•"/>
              <a:defRPr sz="1842" b="0">
                <a:solidFill>
                  <a:schemeClr val="tx1"/>
                </a:solidFill>
                <a:latin typeface="+mn-lt"/>
                <a:ea typeface="+mn-lt"/>
                <a:cs typeface="+mn-lt"/>
              </a:defRPr>
            </a:lvl1pPr>
            <a:lvl2pPr marL="467775" indent="-200475" algn="l">
              <a:lnSpc>
                <a:spcPct val="110000"/>
              </a:lnSpc>
              <a:spcBef>
                <a:spcPts val="0"/>
              </a:spcBef>
              <a:spcAft>
                <a:spcPts val="1052"/>
              </a:spcAft>
              <a:buChar char="•"/>
              <a:defRPr sz="1842" b="0">
                <a:solidFill>
                  <a:schemeClr val="tx1"/>
                </a:solidFill>
                <a:latin typeface="+mn-lt"/>
                <a:ea typeface="+mn-lt"/>
                <a:cs typeface="+mn-lt"/>
              </a:defRPr>
            </a:lvl2pPr>
            <a:lvl3pPr marL="735075" indent="-200475" algn="l">
              <a:lnSpc>
                <a:spcPct val="110000"/>
              </a:lnSpc>
              <a:spcBef>
                <a:spcPts val="0"/>
              </a:spcBef>
              <a:spcAft>
                <a:spcPts val="1052"/>
              </a:spcAft>
              <a:buChar char="•"/>
              <a:defRPr sz="1842" b="0">
                <a:solidFill>
                  <a:schemeClr val="tx1"/>
                </a:solidFill>
                <a:latin typeface="+mn-lt"/>
                <a:ea typeface="+mn-lt"/>
                <a:cs typeface="+mn-lt"/>
              </a:defRPr>
            </a:lvl3pPr>
            <a:lvl4pPr marL="1002375" indent="-200475" algn="l">
              <a:lnSpc>
                <a:spcPct val="110000"/>
              </a:lnSpc>
              <a:spcBef>
                <a:spcPts val="0"/>
              </a:spcBef>
              <a:spcAft>
                <a:spcPts val="1052"/>
              </a:spcAft>
              <a:buChar char="•"/>
              <a:defRPr sz="1842" b="0">
                <a:solidFill>
                  <a:schemeClr val="tx1"/>
                </a:solidFill>
                <a:latin typeface="+mn-lt"/>
                <a:ea typeface="+mn-lt"/>
                <a:cs typeface="+mn-lt"/>
              </a:defRPr>
            </a:lvl4pPr>
            <a:lvl5pPr marL="1269675" indent="-200475" algn="l">
              <a:lnSpc>
                <a:spcPct val="110000"/>
              </a:lnSpc>
              <a:spcBef>
                <a:spcPts val="0"/>
              </a:spcBef>
              <a:spcAft>
                <a:spcPts val="1052"/>
              </a:spcAft>
              <a:buChar char="•"/>
              <a:defRPr sz="1842" b="0">
                <a:solidFill>
                  <a:schemeClr val="tx1"/>
                </a:solidFill>
                <a:latin typeface="+mn-lt"/>
                <a:ea typeface="+mn-lt"/>
                <a:cs typeface="+mn-lt"/>
              </a:defRPr>
            </a:lvl5pPr>
            <a:lvl6pPr marL="1536975" indent="-200475" algn="l">
              <a:lnSpc>
                <a:spcPct val="110000"/>
              </a:lnSpc>
              <a:spcBef>
                <a:spcPts val="0"/>
              </a:spcBef>
              <a:spcAft>
                <a:spcPts val="1052"/>
              </a:spcAft>
              <a:buChar char="•"/>
              <a:defRPr sz="1842" b="0">
                <a:solidFill>
                  <a:schemeClr val="tx1"/>
                </a:solidFill>
                <a:latin typeface="+mn-lt"/>
                <a:ea typeface="+mn-lt"/>
                <a:cs typeface="+mn-lt"/>
              </a:defRPr>
            </a:lvl6pPr>
            <a:lvl7pPr marL="1804275" indent="-200475" algn="l">
              <a:lnSpc>
                <a:spcPct val="110000"/>
              </a:lnSpc>
              <a:spcBef>
                <a:spcPts val="0"/>
              </a:spcBef>
              <a:spcAft>
                <a:spcPts val="1052"/>
              </a:spcAft>
              <a:buChar char="•"/>
              <a:defRPr sz="1842" b="0">
                <a:solidFill>
                  <a:schemeClr val="tx1"/>
                </a:solidFill>
                <a:latin typeface="+mn-lt"/>
                <a:ea typeface="+mn-lt"/>
                <a:cs typeface="+mn-lt"/>
              </a:defRPr>
            </a:lvl7pPr>
            <a:lvl8pPr marL="2071575" indent="-200475" algn="l">
              <a:lnSpc>
                <a:spcPct val="110000"/>
              </a:lnSpc>
              <a:spcBef>
                <a:spcPts val="0"/>
              </a:spcBef>
              <a:spcAft>
                <a:spcPts val="1052"/>
              </a:spcAft>
              <a:buChar char="•"/>
              <a:defRPr sz="1842" b="0">
                <a:solidFill>
                  <a:schemeClr val="tx1"/>
                </a:solidFill>
                <a:latin typeface="+mn-lt"/>
                <a:ea typeface="+mn-lt"/>
                <a:cs typeface="+mn-lt"/>
              </a:defRPr>
            </a:lvl8pPr>
            <a:lvl9pPr marL="2338875" indent="-200475" algn="l">
              <a:lnSpc>
                <a:spcPct val="110000"/>
              </a:lnSpc>
              <a:spcBef>
                <a:spcPts val="0"/>
              </a:spcBef>
              <a:spcAft>
                <a:spcPts val="1052"/>
              </a:spcAft>
              <a:buChar char="•"/>
              <a:defRPr sz="1842"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313FE0E-6BBB-4CB0-93B2-378723A0F596}"/>
              </a:ext>
            </a:extLst>
          </p:cNvPr>
          <p:cNvSpPr>
            <a:spLocks xmlns:a="http://schemas.openxmlformats.org/drawingml/2006/main" noGrp="1"/>
          </p:cNvSpPr>
          <p:nvPr>
            <p:ph type="title" idx="0"/>
          </p:nvPr>
        </p:nvSpPr>
        <p:spPr>
          <a:xfrm xmlns:a="http://schemas.openxmlformats.org/drawingml/2006/main">
            <a:off x="601425" y="588000"/>
            <a:ext cx="9489150" cy="92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94" b="1">
                <a:solidFill>
                  <a:schemeClr val="tx1"/>
                </a:solidFill>
                <a:latin typeface="+mj-lt"/>
                <a:ea typeface="+mj-lt"/>
                <a:cs typeface="+mj-lt"/>
              </a:defRPr>
            </a:defPPr>
            <a:lvl1pPr marL="0" indent="0" algn="l">
              <a:lnSpc>
                <a:spcPct val="110000"/>
              </a:lnSpc>
              <a:spcBef>
                <a:spcPts val="0"/>
              </a:spcBef>
              <a:spcAft>
                <a:spcPts val="0"/>
              </a:spcAft>
              <a:buNone/>
              <a:defRPr sz="2894" b="1">
                <a:solidFill>
                  <a:schemeClr val="tx1"/>
                </a:solidFill>
                <a:latin typeface="+mj-lt"/>
                <a:ea typeface="+mj-lt"/>
                <a:cs typeface="+mj-lt"/>
              </a:defRPr>
            </a:lvl1pPr>
            <a:lvl2pPr marL="0" indent="0" algn="l">
              <a:lnSpc>
                <a:spcPct val="110000"/>
              </a:lnSpc>
              <a:spcBef>
                <a:spcPts val="0"/>
              </a:spcBef>
              <a:spcAft>
                <a:spcPts val="0"/>
              </a:spcAft>
              <a:buNone/>
              <a:defRPr sz="2894" b="1">
                <a:solidFill>
                  <a:schemeClr val="tx1"/>
                </a:solidFill>
                <a:latin typeface="+mj-lt"/>
                <a:ea typeface="+mj-lt"/>
                <a:cs typeface="+mj-lt"/>
              </a:defRPr>
            </a:lvl2pPr>
            <a:lvl3pPr marL="0" indent="0" algn="l">
              <a:lnSpc>
                <a:spcPct val="110000"/>
              </a:lnSpc>
              <a:spcBef>
                <a:spcPts val="0"/>
              </a:spcBef>
              <a:spcAft>
                <a:spcPts val="0"/>
              </a:spcAft>
              <a:buNone/>
              <a:defRPr sz="2894" b="1">
                <a:solidFill>
                  <a:schemeClr val="tx1"/>
                </a:solidFill>
                <a:latin typeface="+mj-lt"/>
                <a:ea typeface="+mj-lt"/>
                <a:cs typeface="+mj-lt"/>
              </a:defRPr>
            </a:lvl3pPr>
            <a:lvl4pPr marL="0" indent="0" algn="l">
              <a:lnSpc>
                <a:spcPct val="110000"/>
              </a:lnSpc>
              <a:spcBef>
                <a:spcPts val="0"/>
              </a:spcBef>
              <a:spcAft>
                <a:spcPts val="0"/>
              </a:spcAft>
              <a:buNone/>
              <a:defRPr sz="2894" b="1">
                <a:solidFill>
                  <a:schemeClr val="tx1"/>
                </a:solidFill>
                <a:latin typeface="+mj-lt"/>
                <a:ea typeface="+mj-lt"/>
                <a:cs typeface="+mj-lt"/>
              </a:defRPr>
            </a:lvl4pPr>
            <a:lvl5pPr marL="0" indent="0" algn="l">
              <a:lnSpc>
                <a:spcPct val="110000"/>
              </a:lnSpc>
              <a:spcBef>
                <a:spcPts val="0"/>
              </a:spcBef>
              <a:spcAft>
                <a:spcPts val="0"/>
              </a:spcAft>
              <a:buNone/>
              <a:defRPr sz="2894" b="1">
                <a:solidFill>
                  <a:schemeClr val="tx1"/>
                </a:solidFill>
                <a:latin typeface="+mj-lt"/>
                <a:ea typeface="+mj-lt"/>
                <a:cs typeface="+mj-lt"/>
              </a:defRPr>
            </a:lvl5pPr>
            <a:lvl6pPr marL="0" indent="0" algn="l">
              <a:lnSpc>
                <a:spcPct val="110000"/>
              </a:lnSpc>
              <a:spcBef>
                <a:spcPts val="0"/>
              </a:spcBef>
              <a:spcAft>
                <a:spcPts val="0"/>
              </a:spcAft>
              <a:buNone/>
              <a:defRPr sz="2894" b="1">
                <a:solidFill>
                  <a:schemeClr val="tx1"/>
                </a:solidFill>
                <a:latin typeface="+mj-lt"/>
                <a:ea typeface="+mj-lt"/>
                <a:cs typeface="+mj-lt"/>
              </a:defRPr>
            </a:lvl6pPr>
            <a:lvl7pPr marL="0" indent="0" algn="l">
              <a:lnSpc>
                <a:spcPct val="110000"/>
              </a:lnSpc>
              <a:spcBef>
                <a:spcPts val="0"/>
              </a:spcBef>
              <a:spcAft>
                <a:spcPts val="0"/>
              </a:spcAft>
              <a:buNone/>
              <a:defRPr sz="2894" b="1">
                <a:solidFill>
                  <a:schemeClr val="tx1"/>
                </a:solidFill>
                <a:latin typeface="+mj-lt"/>
                <a:ea typeface="+mj-lt"/>
                <a:cs typeface="+mj-lt"/>
              </a:defRPr>
            </a:lvl7pPr>
            <a:lvl8pPr marL="0" indent="0" algn="l">
              <a:lnSpc>
                <a:spcPct val="110000"/>
              </a:lnSpc>
              <a:spcBef>
                <a:spcPts val="0"/>
              </a:spcBef>
              <a:spcAft>
                <a:spcPts val="0"/>
              </a:spcAft>
              <a:buNone/>
              <a:defRPr sz="2894" b="1">
                <a:solidFill>
                  <a:schemeClr val="tx1"/>
                </a:solidFill>
                <a:latin typeface="+mj-lt"/>
                <a:ea typeface="+mj-lt"/>
                <a:cs typeface="+mj-lt"/>
              </a:defRPr>
            </a:lvl8pPr>
            <a:lvl9pPr marL="0" indent="0" algn="l">
              <a:lnSpc>
                <a:spcPct val="110000"/>
              </a:lnSpc>
              <a:spcBef>
                <a:spcPts val="0"/>
              </a:spcBef>
              <a:spcAft>
                <a:spcPts val="0"/>
              </a:spcAft>
              <a:buNone/>
              <a:defRPr sz="2894"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99329F4-F9FA-4C8D-9695-E34BF947233C}"/>
              </a:ext>
            </a:extLst>
          </p:cNvPr>
          <p:cNvSpPr>
            <a:spLocks xmlns:a="http://schemas.openxmlformats.org/drawingml/2006/main" noGrp="1"/>
          </p:cNvSpPr>
          <p:nvPr>
            <p:ph type="body" idx="1"/>
          </p:nvPr>
        </p:nvSpPr>
        <p:spPr>
          <a:xfrm xmlns:a="http://schemas.openxmlformats.org/drawingml/2006/main">
            <a:off x="601425" y="2100000"/>
            <a:ext cx="4410450" cy="470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973" b="0">
                <a:solidFill>
                  <a:schemeClr val="tx1"/>
                </a:solidFill>
                <a:latin typeface="+mn-lt"/>
                <a:ea typeface="+mn-lt"/>
                <a:cs typeface="+mn-lt"/>
              </a:defRPr>
            </a:defPPr>
            <a:lvl1pPr marL="200475" indent="-200475" algn="l">
              <a:lnSpc>
                <a:spcPct val="110000"/>
              </a:lnSpc>
              <a:spcBef>
                <a:spcPts val="0"/>
              </a:spcBef>
              <a:spcAft>
                <a:spcPts val="1052"/>
              </a:spcAft>
              <a:buChar char="•"/>
              <a:defRPr sz="1973" b="0">
                <a:solidFill>
                  <a:schemeClr val="tx1"/>
                </a:solidFill>
                <a:latin typeface="+mn-lt"/>
                <a:ea typeface="+mn-lt"/>
                <a:cs typeface="+mn-lt"/>
              </a:defRPr>
            </a:lvl1pPr>
            <a:lvl2pPr marL="467775" indent="-200475" algn="l">
              <a:lnSpc>
                <a:spcPct val="110000"/>
              </a:lnSpc>
              <a:spcBef>
                <a:spcPts val="0"/>
              </a:spcBef>
              <a:spcAft>
                <a:spcPts val="1052"/>
              </a:spcAft>
              <a:buChar char="•"/>
              <a:defRPr sz="1973" b="0">
                <a:solidFill>
                  <a:schemeClr val="tx1"/>
                </a:solidFill>
                <a:latin typeface="+mn-lt"/>
                <a:ea typeface="+mn-lt"/>
                <a:cs typeface="+mn-lt"/>
              </a:defRPr>
            </a:lvl2pPr>
            <a:lvl3pPr marL="735075" indent="-200475" algn="l">
              <a:lnSpc>
                <a:spcPct val="110000"/>
              </a:lnSpc>
              <a:spcBef>
                <a:spcPts val="0"/>
              </a:spcBef>
              <a:spcAft>
                <a:spcPts val="1052"/>
              </a:spcAft>
              <a:buChar char="•"/>
              <a:defRPr sz="1973" b="0">
                <a:solidFill>
                  <a:schemeClr val="tx1"/>
                </a:solidFill>
                <a:latin typeface="+mn-lt"/>
                <a:ea typeface="+mn-lt"/>
                <a:cs typeface="+mn-lt"/>
              </a:defRPr>
            </a:lvl3pPr>
            <a:lvl4pPr marL="1002375" indent="-200475" algn="l">
              <a:lnSpc>
                <a:spcPct val="110000"/>
              </a:lnSpc>
              <a:spcBef>
                <a:spcPts val="0"/>
              </a:spcBef>
              <a:spcAft>
                <a:spcPts val="1052"/>
              </a:spcAft>
              <a:buChar char="•"/>
              <a:defRPr sz="1973" b="0">
                <a:solidFill>
                  <a:schemeClr val="tx1"/>
                </a:solidFill>
                <a:latin typeface="+mn-lt"/>
                <a:ea typeface="+mn-lt"/>
                <a:cs typeface="+mn-lt"/>
              </a:defRPr>
            </a:lvl4pPr>
            <a:lvl5pPr marL="1269675" indent="-200475" algn="l">
              <a:lnSpc>
                <a:spcPct val="110000"/>
              </a:lnSpc>
              <a:spcBef>
                <a:spcPts val="0"/>
              </a:spcBef>
              <a:spcAft>
                <a:spcPts val="1052"/>
              </a:spcAft>
              <a:buChar char="•"/>
              <a:defRPr sz="1973" b="0">
                <a:solidFill>
                  <a:schemeClr val="tx1"/>
                </a:solidFill>
                <a:latin typeface="+mn-lt"/>
                <a:ea typeface="+mn-lt"/>
                <a:cs typeface="+mn-lt"/>
              </a:defRPr>
            </a:lvl5pPr>
            <a:lvl6pPr marL="1536975" indent="-200475" algn="l">
              <a:lnSpc>
                <a:spcPct val="110000"/>
              </a:lnSpc>
              <a:spcBef>
                <a:spcPts val="0"/>
              </a:spcBef>
              <a:spcAft>
                <a:spcPts val="1052"/>
              </a:spcAft>
              <a:buChar char="•"/>
              <a:defRPr sz="1973" b="0">
                <a:solidFill>
                  <a:schemeClr val="tx1"/>
                </a:solidFill>
                <a:latin typeface="+mn-lt"/>
                <a:ea typeface="+mn-lt"/>
                <a:cs typeface="+mn-lt"/>
              </a:defRPr>
            </a:lvl6pPr>
            <a:lvl7pPr marL="1804275" indent="-200475" algn="l">
              <a:lnSpc>
                <a:spcPct val="110000"/>
              </a:lnSpc>
              <a:spcBef>
                <a:spcPts val="0"/>
              </a:spcBef>
              <a:spcAft>
                <a:spcPts val="1052"/>
              </a:spcAft>
              <a:buChar char="•"/>
              <a:defRPr sz="1973" b="0">
                <a:solidFill>
                  <a:schemeClr val="tx1"/>
                </a:solidFill>
                <a:latin typeface="+mn-lt"/>
                <a:ea typeface="+mn-lt"/>
                <a:cs typeface="+mn-lt"/>
              </a:defRPr>
            </a:lvl7pPr>
            <a:lvl8pPr marL="2071575" indent="-200475" algn="l">
              <a:lnSpc>
                <a:spcPct val="110000"/>
              </a:lnSpc>
              <a:spcBef>
                <a:spcPts val="0"/>
              </a:spcBef>
              <a:spcAft>
                <a:spcPts val="1052"/>
              </a:spcAft>
              <a:buChar char="•"/>
              <a:defRPr sz="1973" b="0">
                <a:solidFill>
                  <a:schemeClr val="tx1"/>
                </a:solidFill>
                <a:latin typeface="+mn-lt"/>
                <a:ea typeface="+mn-lt"/>
                <a:cs typeface="+mn-lt"/>
              </a:defRPr>
            </a:lvl8pPr>
            <a:lvl9pPr marL="2338875" indent="-200475" algn="l">
              <a:lnSpc>
                <a:spcPct val="110000"/>
              </a:lnSpc>
              <a:spcBef>
                <a:spcPts val="0"/>
              </a:spcBef>
              <a:spcAft>
                <a:spcPts val="1052"/>
              </a:spcAft>
              <a:buChar char="•"/>
              <a:defRPr sz="1973"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45abb513cfe4d85" /><Relationship Type="http://schemas.openxmlformats.org/officeDocument/2006/relationships/slideLayout" Target="/ppt/slideLayouts/slideLayout1.xml" Id="R17316f6a20fc45d7" /><Relationship Type="http://schemas.openxmlformats.org/officeDocument/2006/relationships/slideLayout" Target="/ppt/slideLayouts/slideLayout2.xml" Id="R8231eaf2ab6c4743" /><Relationship Type="http://schemas.openxmlformats.org/officeDocument/2006/relationships/slideLayout" Target="/ppt/slideLayouts/slideLayout3.xml" Id="R210903f0faf943be" /><Relationship Type="http://schemas.openxmlformats.org/officeDocument/2006/relationships/slideLayout" Target="/ppt/slideLayouts/slideLayout4.xml" Id="R795f4f0177574980" /><Relationship Type="http://schemas.openxmlformats.org/officeDocument/2006/relationships/slideLayout" Target="/ppt/slideLayouts/slideLayout5.xml" Id="Rd32cc1298b3e45fd" /><Relationship Type="http://schemas.openxmlformats.org/officeDocument/2006/relationships/slideLayout" Target="/ppt/slideLayouts/slideLayout6.xml" Id="R16e3d7e31d8e400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7316f6a20fc45d7"/>
    <p:sldLayoutId xmlns:r="http://schemas.openxmlformats.org/officeDocument/2006/relationships" id="2147483650" r:id="R8231eaf2ab6c4743"/>
    <p:sldLayoutId xmlns:r="http://schemas.openxmlformats.org/officeDocument/2006/relationships" id="2147483651" r:id="R210903f0faf943be"/>
    <p:sldLayoutId xmlns:r="http://schemas.openxmlformats.org/officeDocument/2006/relationships" id="2147483652" r:id="R795f4f0177574980"/>
    <p:sldLayoutId xmlns:r="http://schemas.openxmlformats.org/officeDocument/2006/relationships" id="2147483653" r:id="Rd32cc1298b3e45fd"/>
    <p:sldLayoutId xmlns:r="http://schemas.openxmlformats.org/officeDocument/2006/relationships" id="2147483654" r:id="R16e3d7e31d8e400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9d7fd64be7a4e05" /><Relationship Type="http://schemas.openxmlformats.org/officeDocument/2006/relationships/notesSlide" Target="/ppt/notesSlides/notesSlide1.xml" Id="R447bbaf54c6546e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4eda1e27dfb4b8b" /><Relationship Type="http://schemas.openxmlformats.org/officeDocument/2006/relationships/notesSlide" Target="/ppt/notesSlides/notesSlide2.xml" Id="R4ac77f2a05bf46e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785b84c2a724f25" /><Relationship Type="http://schemas.openxmlformats.org/officeDocument/2006/relationships/notesSlide" Target="/ppt/notesSlides/notesSlide3.xml" Id="Rdf45f27be9c644d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ca2642b37c245f9" /><Relationship Type="http://schemas.openxmlformats.org/officeDocument/2006/relationships/notesSlide" Target="/ppt/notesSlides/notesSlide4.xml" Id="R35d7af6c24c541f7" /></Relationships>
</file>

<file path=ppt/slides/slide1.xml><?xml version="1.0" encoding="utf-8"?>
<p:sld xmlns:p="http://schemas.openxmlformats.org/presentationml/2006/main">
  <p:cSld>
    <p:bg>
      <p:bgPr>
        <a:solidFill xmlns:a="http://schemas.openxmlformats.org/drawingml/2006/main">
          <a:srgbClr val="F3F0E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5E4AD6D-F2EF-4761-B458-1FD157460CDC}"/>
              </a:ext>
            </a:extLst>
          </p:cNvPr>
          <p:cNvSpPr>
            <a:spLocks xmlns:a="http://schemas.openxmlformats.org/drawingml/2006/main" noGrp="1"/>
          </p:cNvSpPr>
          <p:nvPr/>
        </p:nvSpPr>
        <p:spPr>
          <a:xfrm xmlns:a="http://schemas.openxmlformats.org/drawingml/2006/main">
            <a:off x="0" y="0"/>
            <a:ext cx="133350" cy="7560000"/>
          </a:xfrm>
          <a:prstGeom xmlns:a="http://schemas.openxmlformats.org/drawingml/2006/main" prst="rect">
            <a:avLst/>
          </a:prstGeom>
          <a:solidFill xmlns:a="http://schemas.openxmlformats.org/drawingml/2006/main">
            <a:srgbClr val="557A7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9447C67-AD46-4E5D-B769-CDA9F2D703DA}"/>
              </a:ext>
            </a:extLst>
          </p:cNvPr>
          <p:cNvSpPr>
            <a:spLocks xmlns:a="http://schemas.openxmlformats.org/drawingml/2006/main" noGrp="1"/>
          </p:cNvSpPr>
          <p:nvPr/>
        </p:nvSpPr>
        <p:spPr>
          <a:xfrm xmlns:a="http://schemas.openxmlformats.org/drawingml/2006/main">
            <a:off x="514350" y="457200"/>
            <a:ext cx="3714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788" b="1" i="0">
                <a:solidFill>
                  <a:srgbClr val="557A76"/>
                </a:solidFill>
                <a:latin typeface="Arial"/>
                <a:ea typeface="Arial"/>
                <a:cs typeface="Arial"/>
              </a:defRPr>
            </a:defPPr>
            <a:lvl1pPr algn="l">
              <a:defRPr sz="788" b="1" i="0">
                <a:solidFill>
                  <a:srgbClr val="557A76"/>
                </a:solidFill>
                <a:latin typeface="Arial"/>
                <a:ea typeface="Arial"/>
                <a:cs typeface="Arial"/>
              </a:defRPr>
            </a:lvl1pPr>
            <a:lvl2pPr algn="l">
              <a:defRPr sz="788" b="1" i="0">
                <a:solidFill>
                  <a:srgbClr val="557A76"/>
                </a:solidFill>
                <a:latin typeface="Arial"/>
                <a:ea typeface="Arial"/>
                <a:cs typeface="Arial"/>
              </a:defRPr>
            </a:lvl2pPr>
            <a:lvl3pPr algn="l">
              <a:defRPr sz="788" b="1" i="0">
                <a:solidFill>
                  <a:srgbClr val="557A76"/>
                </a:solidFill>
                <a:latin typeface="Arial"/>
                <a:ea typeface="Arial"/>
                <a:cs typeface="Arial"/>
              </a:defRPr>
            </a:lvl3pPr>
            <a:lvl4pPr algn="l">
              <a:defRPr sz="788" b="1" i="0">
                <a:solidFill>
                  <a:srgbClr val="557A76"/>
                </a:solidFill>
                <a:latin typeface="Arial"/>
                <a:ea typeface="Arial"/>
                <a:cs typeface="Arial"/>
              </a:defRPr>
            </a:lvl4pPr>
            <a:lvl5pPr algn="l">
              <a:defRPr sz="788" b="1" i="0">
                <a:solidFill>
                  <a:srgbClr val="557A76"/>
                </a:solidFill>
                <a:latin typeface="Arial"/>
                <a:ea typeface="Arial"/>
                <a:cs typeface="Arial"/>
              </a:defRPr>
            </a:lvl5pPr>
            <a:lvl6pPr algn="l">
              <a:defRPr sz="788" b="1" i="0">
                <a:solidFill>
                  <a:srgbClr val="557A76"/>
                </a:solidFill>
                <a:latin typeface="Arial"/>
                <a:ea typeface="Arial"/>
                <a:cs typeface="Arial"/>
              </a:defRPr>
            </a:lvl6pPr>
            <a:lvl7pPr algn="l">
              <a:defRPr sz="788" b="1" i="0">
                <a:solidFill>
                  <a:srgbClr val="557A76"/>
                </a:solidFill>
                <a:latin typeface="Arial"/>
                <a:ea typeface="Arial"/>
                <a:cs typeface="Arial"/>
              </a:defRPr>
            </a:lvl7pPr>
            <a:lvl8pPr algn="l">
              <a:defRPr sz="788" b="1" i="0">
                <a:solidFill>
                  <a:srgbClr val="557A76"/>
                </a:solidFill>
                <a:latin typeface="Arial"/>
                <a:ea typeface="Arial"/>
                <a:cs typeface="Arial"/>
              </a:defRPr>
            </a:lvl8pPr>
            <a:lvl9pPr algn="l">
              <a:defRPr sz="788" b="1" i="0">
                <a:solidFill>
                  <a:srgbClr val="557A76"/>
                </a:solidFill>
                <a:latin typeface="Arial"/>
                <a:ea typeface="Arial"/>
                <a:cs typeface="Arial"/>
              </a:defRPr>
            </a:lvl9pPr>
          </a:lstStyle>
          <a:p xmlns:a="http://schemas.openxmlformats.org/drawingml/2006/main">
            <a:pPr algn="l">
              <a:defRPr sz="788" b="1" i="0">
                <a:solidFill>
                  <a:srgbClr val="557A76"/>
                </a:solidFill>
                <a:latin typeface="Arial"/>
                <a:ea typeface="Arial"/>
                <a:cs typeface="Arial"/>
              </a:defRPr>
            </a:pPr>
            <a:r>
              <a:rPr sz="788" b="1" i="0">
                <a:solidFill>
                  <a:srgbClr val="557A76"/>
                </a:solidFill>
                <a:latin typeface="Arial"/>
                <a:ea typeface="Arial"/>
                <a:cs typeface="Arial"/>
              </a:rPr>
              <a:t>ILLUSTRATION / MOTION / INTERACTIVE WEB EXPERIMENT</a:t>
            </a:r>
          </a:p>
        </p:txBody>
      </p:sp>
      <p:sp>
        <p:nvSpPr>
          <p:cNvPr id="3" name="">
            <a:extLst xmlns:a="http://schemas.openxmlformats.org/drawingml/2006/main">
              <a:ext uri="{FF2B5EF4-FFF2-40B4-BE49-F238E27FC236}">
                <a16:creationId xmlns:a16="http://schemas.microsoft.com/office/drawing/2014/main" id="{F8CC96C7-C709-4B9E-8056-952DA0A67523}"/>
              </a:ext>
            </a:extLst>
          </p:cNvPr>
          <p:cNvSpPr>
            <a:spLocks xmlns:a="http://schemas.openxmlformats.org/drawingml/2006/main" noGrp="1"/>
          </p:cNvSpPr>
          <p:nvPr/>
        </p:nvSpPr>
        <p:spPr>
          <a:xfrm xmlns:a="http://schemas.openxmlformats.org/drawingml/2006/main">
            <a:off x="495300" y="971550"/>
            <a:ext cx="36195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900" b="0" i="0">
                <a:solidFill>
                  <a:srgbClr val="171715"/>
                </a:solidFill>
                <a:latin typeface="Georgia"/>
                <a:ea typeface="Georgia"/>
                <a:cs typeface="Georgia"/>
              </a:defRPr>
            </a:defPPr>
            <a:lvl1pPr algn="l">
              <a:defRPr sz="3900" b="0" i="0">
                <a:solidFill>
                  <a:srgbClr val="171715"/>
                </a:solidFill>
                <a:latin typeface="Georgia"/>
                <a:ea typeface="Georgia"/>
                <a:cs typeface="Georgia"/>
              </a:defRPr>
            </a:lvl1pPr>
            <a:lvl2pPr algn="l">
              <a:defRPr sz="3900" b="0" i="0">
                <a:solidFill>
                  <a:srgbClr val="171715"/>
                </a:solidFill>
                <a:latin typeface="Georgia"/>
                <a:ea typeface="Georgia"/>
                <a:cs typeface="Georgia"/>
              </a:defRPr>
            </a:lvl2pPr>
            <a:lvl3pPr algn="l">
              <a:defRPr sz="3900" b="0" i="0">
                <a:solidFill>
                  <a:srgbClr val="171715"/>
                </a:solidFill>
                <a:latin typeface="Georgia"/>
                <a:ea typeface="Georgia"/>
                <a:cs typeface="Georgia"/>
              </a:defRPr>
            </a:lvl3pPr>
            <a:lvl4pPr algn="l">
              <a:defRPr sz="3900" b="0" i="0">
                <a:solidFill>
                  <a:srgbClr val="171715"/>
                </a:solidFill>
                <a:latin typeface="Georgia"/>
                <a:ea typeface="Georgia"/>
                <a:cs typeface="Georgia"/>
              </a:defRPr>
            </a:lvl4pPr>
            <a:lvl5pPr algn="l">
              <a:defRPr sz="3900" b="0" i="0">
                <a:solidFill>
                  <a:srgbClr val="171715"/>
                </a:solidFill>
                <a:latin typeface="Georgia"/>
                <a:ea typeface="Georgia"/>
                <a:cs typeface="Georgia"/>
              </a:defRPr>
            </a:lvl5pPr>
            <a:lvl6pPr algn="l">
              <a:defRPr sz="3900" b="0" i="0">
                <a:solidFill>
                  <a:srgbClr val="171715"/>
                </a:solidFill>
                <a:latin typeface="Georgia"/>
                <a:ea typeface="Georgia"/>
                <a:cs typeface="Georgia"/>
              </a:defRPr>
            </a:lvl6pPr>
            <a:lvl7pPr algn="l">
              <a:defRPr sz="3900" b="0" i="0">
                <a:solidFill>
                  <a:srgbClr val="171715"/>
                </a:solidFill>
                <a:latin typeface="Georgia"/>
                <a:ea typeface="Georgia"/>
                <a:cs typeface="Georgia"/>
              </a:defRPr>
            </a:lvl7pPr>
            <a:lvl8pPr algn="l">
              <a:defRPr sz="3900" b="0" i="0">
                <a:solidFill>
                  <a:srgbClr val="171715"/>
                </a:solidFill>
                <a:latin typeface="Georgia"/>
                <a:ea typeface="Georgia"/>
                <a:cs typeface="Georgia"/>
              </a:defRPr>
            </a:lvl8pPr>
            <a:lvl9pPr algn="l">
              <a:defRPr sz="3900" b="0" i="0">
                <a:solidFill>
                  <a:srgbClr val="171715"/>
                </a:solidFill>
                <a:latin typeface="Georgia"/>
                <a:ea typeface="Georgia"/>
                <a:cs typeface="Georgia"/>
              </a:defRPr>
            </a:lvl9pPr>
          </a:lstStyle>
          <a:p xmlns:a="http://schemas.openxmlformats.org/drawingml/2006/main">
            <a:pPr algn="l">
              <a:defRPr sz="3900" b="0" i="0">
                <a:solidFill>
                  <a:srgbClr val="171715"/>
                </a:solidFill>
                <a:latin typeface="Georgia"/>
                <a:ea typeface="Georgia"/>
                <a:cs typeface="Georgia"/>
              </a:defRPr>
            </a:pPr>
            <a:r>
              <a:rPr sz="3900" b="0" i="0">
                <a:solidFill>
                  <a:srgbClr val="171715"/>
                </a:solidFill>
                <a:latin typeface="Georgia"/>
                <a:ea typeface="Georgia"/>
                <a:cs typeface="Georgia"/>
              </a:rPr>
              <a:t>404</a:t>
            </a:r>
          </a:p>
          <a:p xmlns:a="http://schemas.openxmlformats.org/drawingml/2006/main">
            <a:pPr algn="l">
              <a:defRPr sz="3900" b="0" i="0">
                <a:solidFill>
                  <a:srgbClr val="171715"/>
                </a:solidFill>
                <a:latin typeface="Georgia"/>
                <a:ea typeface="Georgia"/>
                <a:cs typeface="Georgia"/>
              </a:defRPr>
            </a:pPr>
            <a:r>
              <a:rPr sz="3900" b="0" i="0">
                <a:solidFill>
                  <a:srgbClr val="171715"/>
                </a:solidFill>
                <a:latin typeface="Georgia"/>
                <a:ea typeface="Georgia"/>
                <a:cs typeface="Georgia"/>
              </a:rPr>
              <a:t>Self-Portrait</a:t>
            </a:r>
          </a:p>
        </p:txBody>
      </p:sp>
      <p:sp>
        <p:nvSpPr>
          <p:cNvPr id="4" name="">
            <a:extLst xmlns:a="http://schemas.openxmlformats.org/drawingml/2006/main">
              <a:ext uri="{FF2B5EF4-FFF2-40B4-BE49-F238E27FC236}">
                <a16:creationId xmlns:a16="http://schemas.microsoft.com/office/drawing/2014/main" id="{4603444D-C144-4E38-91FD-C28BE214B14F}"/>
              </a:ext>
            </a:extLst>
          </p:cNvPr>
          <p:cNvSpPr>
            <a:spLocks xmlns:a="http://schemas.openxmlformats.org/drawingml/2006/main" noGrp="1"/>
          </p:cNvSpPr>
          <p:nvPr/>
        </p:nvSpPr>
        <p:spPr>
          <a:xfrm xmlns:a="http://schemas.openxmlformats.org/drawingml/2006/main">
            <a:off x="514350" y="2571750"/>
            <a:ext cx="800100" cy="28575"/>
          </a:xfrm>
          <a:prstGeom xmlns:a="http://schemas.openxmlformats.org/drawingml/2006/main" prst="rect">
            <a:avLst/>
          </a:prstGeom>
          <a:solidFill xmlns:a="http://schemas.openxmlformats.org/drawingml/2006/main">
            <a:srgbClr val="557A76"/>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85EB161-115A-47F2-92AF-3F69D3935E5C}"/>
              </a:ext>
            </a:extLst>
          </p:cNvPr>
          <p:cNvSpPr>
            <a:spLocks xmlns:a="http://schemas.openxmlformats.org/drawingml/2006/main" noGrp="1"/>
          </p:cNvSpPr>
          <p:nvPr/>
        </p:nvSpPr>
        <p:spPr>
          <a:xfrm xmlns:a="http://schemas.openxmlformats.org/drawingml/2006/main">
            <a:off x="514350" y="2905125"/>
            <a:ext cx="3429000" cy="2571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15" b="0" i="0">
                <a:solidFill>
                  <a:srgbClr val="171715"/>
                </a:solidFill>
                <a:latin typeface="Arial"/>
                <a:ea typeface="Arial"/>
                <a:cs typeface="Arial"/>
              </a:defRPr>
            </a:defPPr>
            <a:lvl1pPr algn="l">
              <a:defRPr sz="1215" b="0" i="0">
                <a:solidFill>
                  <a:srgbClr val="171715"/>
                </a:solidFill>
                <a:latin typeface="Arial"/>
                <a:ea typeface="Arial"/>
                <a:cs typeface="Arial"/>
              </a:defRPr>
            </a:lvl1pPr>
            <a:lvl2pPr algn="l">
              <a:defRPr sz="1215" b="0" i="0">
                <a:solidFill>
                  <a:srgbClr val="171715"/>
                </a:solidFill>
                <a:latin typeface="Arial"/>
                <a:ea typeface="Arial"/>
                <a:cs typeface="Arial"/>
              </a:defRPr>
            </a:lvl2pPr>
            <a:lvl3pPr algn="l">
              <a:defRPr sz="1215" b="0" i="0">
                <a:solidFill>
                  <a:srgbClr val="171715"/>
                </a:solidFill>
                <a:latin typeface="Arial"/>
                <a:ea typeface="Arial"/>
                <a:cs typeface="Arial"/>
              </a:defRPr>
            </a:lvl3pPr>
            <a:lvl4pPr algn="l">
              <a:defRPr sz="1215" b="0" i="0">
                <a:solidFill>
                  <a:srgbClr val="171715"/>
                </a:solidFill>
                <a:latin typeface="Arial"/>
                <a:ea typeface="Arial"/>
                <a:cs typeface="Arial"/>
              </a:defRPr>
            </a:lvl4pPr>
            <a:lvl5pPr algn="l">
              <a:defRPr sz="1215" b="0" i="0">
                <a:solidFill>
                  <a:srgbClr val="171715"/>
                </a:solidFill>
                <a:latin typeface="Arial"/>
                <a:ea typeface="Arial"/>
                <a:cs typeface="Arial"/>
              </a:defRPr>
            </a:lvl5pPr>
            <a:lvl6pPr algn="l">
              <a:defRPr sz="1215" b="0" i="0">
                <a:solidFill>
                  <a:srgbClr val="171715"/>
                </a:solidFill>
                <a:latin typeface="Arial"/>
                <a:ea typeface="Arial"/>
                <a:cs typeface="Arial"/>
              </a:defRPr>
            </a:lvl6pPr>
            <a:lvl7pPr algn="l">
              <a:defRPr sz="1215" b="0" i="0">
                <a:solidFill>
                  <a:srgbClr val="171715"/>
                </a:solidFill>
                <a:latin typeface="Arial"/>
                <a:ea typeface="Arial"/>
                <a:cs typeface="Arial"/>
              </a:defRPr>
            </a:lvl7pPr>
            <a:lvl8pPr algn="l">
              <a:defRPr sz="1215" b="0" i="0">
                <a:solidFill>
                  <a:srgbClr val="171715"/>
                </a:solidFill>
                <a:latin typeface="Arial"/>
                <a:ea typeface="Arial"/>
                <a:cs typeface="Arial"/>
              </a:defRPr>
            </a:lvl8pPr>
            <a:lvl9pPr algn="l">
              <a:defRPr sz="1215" b="0" i="0">
                <a:solidFill>
                  <a:srgbClr val="171715"/>
                </a:solidFill>
                <a:latin typeface="Arial"/>
                <a:ea typeface="Arial"/>
                <a:cs typeface="Arial"/>
              </a:defRPr>
            </a:lvl9pPr>
          </a:lstStyle>
          <a:p xmlns:a="http://schemas.openxmlformats.org/drawingml/2006/main">
            <a:pPr algn="l">
              <a:defRPr sz="1215" b="0" i="0">
                <a:solidFill>
                  <a:srgbClr val="171715"/>
                </a:solidFill>
                <a:latin typeface="Arial"/>
                <a:ea typeface="Arial"/>
                <a:cs typeface="Arial"/>
              </a:defRPr>
            </a:pPr>
            <a:r>
              <a:rPr sz="1215" b="0" i="0">
                <a:solidFill>
                  <a:srgbClr val="171715"/>
                </a:solidFill>
                <a:latin typeface="Arial"/>
                <a:ea typeface="Arial"/>
                <a:cs typeface="Arial"/>
              </a:rPr>
              <a:t>404 Self-Portrait uses the artist's own image as an entry point into a broader contemporary condition. It explores how information overload, social platforms, smart devices, and artificial intelligence destabilize our sense of identity, judgment, and human value. Here, '404' does not mean that the self has disappeared, but that within a state of constant connection, it has become increasingly difficult to distinguish our own voice from the information, expectations, and automated systems surrounding us.</a:t>
            </a:r>
          </a:p>
        </p:txBody>
      </p:sp>
      <p:sp>
        <p:nvSpPr>
          <p:cNvPr id="6" name="">
            <a:extLst xmlns:a="http://schemas.openxmlformats.org/drawingml/2006/main">
              <a:ext uri="{FF2B5EF4-FFF2-40B4-BE49-F238E27FC236}">
                <a16:creationId xmlns:a16="http://schemas.microsoft.com/office/drawing/2014/main" id="{AD36E159-AC47-4565-9606-0FC9102B2B18}"/>
              </a:ext>
            </a:extLst>
          </p:cNvPr>
          <p:cNvSpPr>
            <a:spLocks xmlns:a="http://schemas.openxmlformats.org/drawingml/2006/main" noGrp="1"/>
          </p:cNvSpPr>
          <p:nvPr/>
        </p:nvSpPr>
        <p:spPr>
          <a:xfrm xmlns:a="http://schemas.openxmlformats.org/drawingml/2006/main">
            <a:off x="514350" y="5772150"/>
            <a:ext cx="3190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788" b="1" i="0">
                <a:solidFill>
                  <a:srgbClr val="557A76"/>
                </a:solidFill>
                <a:latin typeface="Arial"/>
                <a:ea typeface="Arial"/>
                <a:cs typeface="Arial"/>
              </a:defRPr>
            </a:defPPr>
            <a:lvl1pPr algn="l">
              <a:defRPr sz="788" b="1" i="0">
                <a:solidFill>
                  <a:srgbClr val="557A76"/>
                </a:solidFill>
                <a:latin typeface="Arial"/>
                <a:ea typeface="Arial"/>
                <a:cs typeface="Arial"/>
              </a:defRPr>
            </a:lvl1pPr>
            <a:lvl2pPr algn="l">
              <a:defRPr sz="788" b="1" i="0">
                <a:solidFill>
                  <a:srgbClr val="557A76"/>
                </a:solidFill>
                <a:latin typeface="Arial"/>
                <a:ea typeface="Arial"/>
                <a:cs typeface="Arial"/>
              </a:defRPr>
            </a:lvl2pPr>
            <a:lvl3pPr algn="l">
              <a:defRPr sz="788" b="1" i="0">
                <a:solidFill>
                  <a:srgbClr val="557A76"/>
                </a:solidFill>
                <a:latin typeface="Arial"/>
                <a:ea typeface="Arial"/>
                <a:cs typeface="Arial"/>
              </a:defRPr>
            </a:lvl3pPr>
            <a:lvl4pPr algn="l">
              <a:defRPr sz="788" b="1" i="0">
                <a:solidFill>
                  <a:srgbClr val="557A76"/>
                </a:solidFill>
                <a:latin typeface="Arial"/>
                <a:ea typeface="Arial"/>
                <a:cs typeface="Arial"/>
              </a:defRPr>
            </a:lvl4pPr>
            <a:lvl5pPr algn="l">
              <a:defRPr sz="788" b="1" i="0">
                <a:solidFill>
                  <a:srgbClr val="557A76"/>
                </a:solidFill>
                <a:latin typeface="Arial"/>
                <a:ea typeface="Arial"/>
                <a:cs typeface="Arial"/>
              </a:defRPr>
            </a:lvl5pPr>
            <a:lvl6pPr algn="l">
              <a:defRPr sz="788" b="1" i="0">
                <a:solidFill>
                  <a:srgbClr val="557A76"/>
                </a:solidFill>
                <a:latin typeface="Arial"/>
                <a:ea typeface="Arial"/>
                <a:cs typeface="Arial"/>
              </a:defRPr>
            </a:lvl6pPr>
            <a:lvl7pPr algn="l">
              <a:defRPr sz="788" b="1" i="0">
                <a:solidFill>
                  <a:srgbClr val="557A76"/>
                </a:solidFill>
                <a:latin typeface="Arial"/>
                <a:ea typeface="Arial"/>
                <a:cs typeface="Arial"/>
              </a:defRPr>
            </a:lvl7pPr>
            <a:lvl8pPr algn="l">
              <a:defRPr sz="788" b="1" i="0">
                <a:solidFill>
                  <a:srgbClr val="557A76"/>
                </a:solidFill>
                <a:latin typeface="Arial"/>
                <a:ea typeface="Arial"/>
                <a:cs typeface="Arial"/>
              </a:defRPr>
            </a:lvl8pPr>
            <a:lvl9pPr algn="l">
              <a:defRPr sz="788" b="1" i="0">
                <a:solidFill>
                  <a:srgbClr val="557A76"/>
                </a:solidFill>
                <a:latin typeface="Arial"/>
                <a:ea typeface="Arial"/>
                <a:cs typeface="Arial"/>
              </a:defRPr>
            </a:lvl9pPr>
          </a:lstStyle>
          <a:p xmlns:a="http://schemas.openxmlformats.org/drawingml/2006/main">
            <a:pPr algn="l">
              <a:defRPr sz="788" b="1" i="0">
                <a:solidFill>
                  <a:srgbClr val="557A76"/>
                </a:solidFill>
                <a:latin typeface="Arial"/>
                <a:ea typeface="Arial"/>
                <a:cs typeface="Arial"/>
              </a:defRPr>
            </a:pPr>
            <a:r>
              <a:rPr sz="788" b="1" i="0">
                <a:solidFill>
                  <a:srgbClr val="557A76"/>
                </a:solidFill>
                <a:latin typeface="Arial"/>
                <a:ea typeface="Arial"/>
                <a:cs typeface="Arial"/>
              </a:rPr>
              <a:t>INFORMATION OVERLOAD</a:t>
            </a:r>
          </a:p>
          <a:p xmlns:a="http://schemas.openxmlformats.org/drawingml/2006/main">
            <a:pPr algn="l">
              <a:defRPr sz="788" b="1" i="0">
                <a:solidFill>
                  <a:srgbClr val="557A76"/>
                </a:solidFill>
                <a:latin typeface="Arial"/>
                <a:ea typeface="Arial"/>
                <a:cs typeface="Arial"/>
              </a:defRPr>
            </a:pPr>
            <a:r>
              <a:rPr sz="788" b="1" i="0">
                <a:solidFill>
                  <a:srgbClr val="557A76"/>
                </a:solidFill>
                <a:latin typeface="Arial"/>
                <a:ea typeface="Arial"/>
                <a:cs typeface="Arial"/>
              </a:rPr>
              <a:t>ALGORITHMIC IDENTITY</a:t>
            </a:r>
          </a:p>
          <a:p xmlns:a="http://schemas.openxmlformats.org/drawingml/2006/main">
            <a:pPr algn="l">
              <a:defRPr sz="788" b="1" i="0">
                <a:solidFill>
                  <a:srgbClr val="557A76"/>
                </a:solidFill>
                <a:latin typeface="Arial"/>
                <a:ea typeface="Arial"/>
                <a:cs typeface="Arial"/>
              </a:defRPr>
            </a:pPr>
            <a:r>
              <a:rPr sz="788" b="1" i="0">
                <a:solidFill>
                  <a:srgbClr val="557A76"/>
                </a:solidFill>
                <a:latin typeface="Arial"/>
                <a:ea typeface="Arial"/>
                <a:cs typeface="Arial"/>
              </a:rPr>
              <a:t>HUMAN VALUE IN THE AGE OF AI</a:t>
            </a:r>
          </a:p>
        </p:txBody>
      </p:sp>
      <p:sp>
        <p:nvSpPr>
          <p:cNvPr id="7" name="">
            <a:extLst xmlns:a="http://schemas.openxmlformats.org/drawingml/2006/main">
              <a:ext uri="{FF2B5EF4-FFF2-40B4-BE49-F238E27FC236}">
                <a16:creationId xmlns:a16="http://schemas.microsoft.com/office/drawing/2014/main" id="{BF2A2328-DE7F-4EFA-AFB7-E4C195CF9963}"/>
              </a:ext>
            </a:extLst>
          </p:cNvPr>
          <p:cNvSpPr>
            <a:spLocks xmlns:a="http://schemas.openxmlformats.org/drawingml/2006/main" noGrp="1"/>
          </p:cNvSpPr>
          <p:nvPr/>
        </p:nvSpPr>
        <p:spPr>
          <a:xfrm xmlns:a="http://schemas.openxmlformats.org/drawingml/2006/main">
            <a:off x="4381500" y="514350"/>
            <a:ext cx="5810250" cy="5886450"/>
          </a:xfrm>
          <a:prstGeom xmlns:a="http://schemas.openxmlformats.org/drawingml/2006/main" prst="rect">
            <a:avLst/>
          </a:prstGeom>
          <a:solidFill xmlns:a="http://schemas.openxmlformats.org/drawingml/2006/main">
            <a:srgbClr val="D9E1DE"/>
          </a:solidFill>
          <a:ln xmlns:a="http://schemas.openxmlformats.org/drawingml/2006/main" w="9525">
            <a:solidFill>
              <a:srgbClr val="B9B6AE"/>
            </a:solidFill>
            <a:prstDash val="solid"/>
          </a:ln>
        </p:spPr>
      </p:sp>
      <p:sp>
        <p:nvSpPr>
          <p:cNvPr id="8" name="">
            <a:extLst xmlns:a="http://schemas.openxmlformats.org/drawingml/2006/main">
              <a:ext uri="{FF2B5EF4-FFF2-40B4-BE49-F238E27FC236}">
                <a16:creationId xmlns:a16="http://schemas.microsoft.com/office/drawing/2014/main" id="{2E1F7E3C-12BD-42E9-B5F1-C6A14F6CE1DC}"/>
              </a:ext>
            </a:extLst>
          </p:cNvPr>
          <p:cNvSpPr>
            <a:spLocks xmlns:a="http://schemas.openxmlformats.org/drawingml/2006/main" noGrp="1"/>
          </p:cNvSpPr>
          <p:nvPr/>
        </p:nvSpPr>
        <p:spPr>
          <a:xfrm xmlns:a="http://schemas.openxmlformats.org/drawingml/2006/main">
            <a:off x="4514850" y="647700"/>
            <a:ext cx="55435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638" b="1" i="0">
                <a:solidFill>
                  <a:srgbClr val="557A76"/>
                </a:solidFill>
                <a:latin typeface="Arial"/>
                <a:ea typeface="Arial"/>
                <a:cs typeface="Arial"/>
              </a:defRPr>
            </a:defPPr>
            <a:lvl1pPr algn="l">
              <a:defRPr sz="638" b="1" i="0">
                <a:solidFill>
                  <a:srgbClr val="557A76"/>
                </a:solidFill>
                <a:latin typeface="Arial"/>
                <a:ea typeface="Arial"/>
                <a:cs typeface="Arial"/>
              </a:defRPr>
            </a:lvl1pPr>
            <a:lvl2pPr algn="l">
              <a:defRPr sz="638" b="1" i="0">
                <a:solidFill>
                  <a:srgbClr val="557A76"/>
                </a:solidFill>
                <a:latin typeface="Arial"/>
                <a:ea typeface="Arial"/>
                <a:cs typeface="Arial"/>
              </a:defRPr>
            </a:lvl2pPr>
            <a:lvl3pPr algn="l">
              <a:defRPr sz="638" b="1" i="0">
                <a:solidFill>
                  <a:srgbClr val="557A76"/>
                </a:solidFill>
                <a:latin typeface="Arial"/>
                <a:ea typeface="Arial"/>
                <a:cs typeface="Arial"/>
              </a:defRPr>
            </a:lvl3pPr>
            <a:lvl4pPr algn="l">
              <a:defRPr sz="638" b="1" i="0">
                <a:solidFill>
                  <a:srgbClr val="557A76"/>
                </a:solidFill>
                <a:latin typeface="Arial"/>
                <a:ea typeface="Arial"/>
                <a:cs typeface="Arial"/>
              </a:defRPr>
            </a:lvl4pPr>
            <a:lvl5pPr algn="l">
              <a:defRPr sz="638" b="1" i="0">
                <a:solidFill>
                  <a:srgbClr val="557A76"/>
                </a:solidFill>
                <a:latin typeface="Arial"/>
                <a:ea typeface="Arial"/>
                <a:cs typeface="Arial"/>
              </a:defRPr>
            </a:lvl5pPr>
            <a:lvl6pPr algn="l">
              <a:defRPr sz="638" b="1" i="0">
                <a:solidFill>
                  <a:srgbClr val="557A76"/>
                </a:solidFill>
                <a:latin typeface="Arial"/>
                <a:ea typeface="Arial"/>
                <a:cs typeface="Arial"/>
              </a:defRPr>
            </a:lvl6pPr>
            <a:lvl7pPr algn="l">
              <a:defRPr sz="638" b="1" i="0">
                <a:solidFill>
                  <a:srgbClr val="557A76"/>
                </a:solidFill>
                <a:latin typeface="Arial"/>
                <a:ea typeface="Arial"/>
                <a:cs typeface="Arial"/>
              </a:defRPr>
            </a:lvl7pPr>
            <a:lvl8pPr algn="l">
              <a:defRPr sz="638" b="1" i="0">
                <a:solidFill>
                  <a:srgbClr val="557A76"/>
                </a:solidFill>
                <a:latin typeface="Arial"/>
                <a:ea typeface="Arial"/>
                <a:cs typeface="Arial"/>
              </a:defRPr>
            </a:lvl8pPr>
            <a:lvl9pPr algn="l">
              <a:defRPr sz="638" b="1" i="0">
                <a:solidFill>
                  <a:srgbClr val="557A76"/>
                </a:solidFill>
                <a:latin typeface="Arial"/>
                <a:ea typeface="Arial"/>
                <a:cs typeface="Arial"/>
              </a:defRPr>
            </a:lvl9pPr>
          </a:lstStyle>
          <a:p xmlns:a="http://schemas.openxmlformats.org/drawingml/2006/main">
            <a:pPr algn="l">
              <a:defRPr sz="638" b="1" i="0">
                <a:solidFill>
                  <a:srgbClr val="557A76"/>
                </a:solidFill>
                <a:latin typeface="Arial"/>
                <a:ea typeface="Arial"/>
                <a:cs typeface="Arial"/>
              </a:defRPr>
            </a:pPr>
            <a:r>
              <a:rPr sz="638" b="1" i="0">
                <a:solidFill>
                  <a:srgbClr val="557A76"/>
                </a:solidFill>
                <a:latin typeface="Arial"/>
                <a:ea typeface="Arial"/>
                <a:cs typeface="Arial"/>
              </a:rPr>
              <a:t>ASSET NEEDED</a:t>
            </a:r>
          </a:p>
        </p:txBody>
      </p:sp>
      <p:sp>
        <p:nvSpPr>
          <p:cNvPr id="9" name="">
            <a:extLst xmlns:a="http://schemas.openxmlformats.org/drawingml/2006/main">
              <a:ext uri="{FF2B5EF4-FFF2-40B4-BE49-F238E27FC236}">
                <a16:creationId xmlns:a16="http://schemas.microsoft.com/office/drawing/2014/main" id="{8D8D8B7E-2041-4113-98F9-5F02FD5B1CBF}"/>
              </a:ext>
            </a:extLst>
          </p:cNvPr>
          <p:cNvSpPr>
            <a:spLocks xmlns:a="http://schemas.openxmlformats.org/drawingml/2006/main" noGrp="1"/>
          </p:cNvSpPr>
          <p:nvPr/>
        </p:nvSpPr>
        <p:spPr>
          <a:xfrm xmlns:a="http://schemas.openxmlformats.org/drawingml/2006/main">
            <a:off x="4514850" y="2868930"/>
            <a:ext cx="55435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00" b="0" i="0">
                <a:solidFill>
                  <a:srgbClr val="171715"/>
                </a:solidFill>
                <a:latin typeface="Georgia"/>
                <a:ea typeface="Georgia"/>
                <a:cs typeface="Georgia"/>
              </a:defRPr>
            </a:defPPr>
            <a:lvl1pPr algn="l">
              <a:defRPr sz="1800" b="0" i="0">
                <a:solidFill>
                  <a:srgbClr val="171715"/>
                </a:solidFill>
                <a:latin typeface="Georgia"/>
                <a:ea typeface="Georgia"/>
                <a:cs typeface="Georgia"/>
              </a:defRPr>
            </a:lvl1pPr>
            <a:lvl2pPr algn="l">
              <a:defRPr sz="1800" b="0" i="0">
                <a:solidFill>
                  <a:srgbClr val="171715"/>
                </a:solidFill>
                <a:latin typeface="Georgia"/>
                <a:ea typeface="Georgia"/>
                <a:cs typeface="Georgia"/>
              </a:defRPr>
            </a:lvl2pPr>
            <a:lvl3pPr algn="l">
              <a:defRPr sz="1800" b="0" i="0">
                <a:solidFill>
                  <a:srgbClr val="171715"/>
                </a:solidFill>
                <a:latin typeface="Georgia"/>
                <a:ea typeface="Georgia"/>
                <a:cs typeface="Georgia"/>
              </a:defRPr>
            </a:lvl3pPr>
            <a:lvl4pPr algn="l">
              <a:defRPr sz="1800" b="0" i="0">
                <a:solidFill>
                  <a:srgbClr val="171715"/>
                </a:solidFill>
                <a:latin typeface="Georgia"/>
                <a:ea typeface="Georgia"/>
                <a:cs typeface="Georgia"/>
              </a:defRPr>
            </a:lvl4pPr>
            <a:lvl5pPr algn="l">
              <a:defRPr sz="1800" b="0" i="0">
                <a:solidFill>
                  <a:srgbClr val="171715"/>
                </a:solidFill>
                <a:latin typeface="Georgia"/>
                <a:ea typeface="Georgia"/>
                <a:cs typeface="Georgia"/>
              </a:defRPr>
            </a:lvl5pPr>
            <a:lvl6pPr algn="l">
              <a:defRPr sz="1800" b="0" i="0">
                <a:solidFill>
                  <a:srgbClr val="171715"/>
                </a:solidFill>
                <a:latin typeface="Georgia"/>
                <a:ea typeface="Georgia"/>
                <a:cs typeface="Georgia"/>
              </a:defRPr>
            </a:lvl6pPr>
            <a:lvl7pPr algn="l">
              <a:defRPr sz="1800" b="0" i="0">
                <a:solidFill>
                  <a:srgbClr val="171715"/>
                </a:solidFill>
                <a:latin typeface="Georgia"/>
                <a:ea typeface="Georgia"/>
                <a:cs typeface="Georgia"/>
              </a:defRPr>
            </a:lvl7pPr>
            <a:lvl8pPr algn="l">
              <a:defRPr sz="1800" b="0" i="0">
                <a:solidFill>
                  <a:srgbClr val="171715"/>
                </a:solidFill>
                <a:latin typeface="Georgia"/>
                <a:ea typeface="Georgia"/>
                <a:cs typeface="Georgia"/>
              </a:defRPr>
            </a:lvl8pPr>
            <a:lvl9pPr algn="l">
              <a:defRPr sz="1800" b="0" i="0">
                <a:solidFill>
                  <a:srgbClr val="171715"/>
                </a:solidFill>
                <a:latin typeface="Georgia"/>
                <a:ea typeface="Georgia"/>
                <a:cs typeface="Georgia"/>
              </a:defRPr>
            </a:lvl9pPr>
          </a:lstStyle>
          <a:p xmlns:a="http://schemas.openxmlformats.org/drawingml/2006/main">
            <a:pPr algn="l">
              <a:defRPr sz="1800" b="0" i="0">
                <a:solidFill>
                  <a:srgbClr val="171715"/>
                </a:solidFill>
                <a:latin typeface="Georgia"/>
                <a:ea typeface="Georgia"/>
                <a:cs typeface="Georgia"/>
              </a:defRPr>
            </a:pPr>
            <a:r>
              <a:rPr sz="1800" b="0" i="0">
                <a:solidFill>
                  <a:srgbClr val="171715"/>
                </a:solidFill>
                <a:latin typeface="Georgia"/>
                <a:ea typeface="Georgia"/>
                <a:cs typeface="Georgia"/>
              </a:rPr>
              <a:t>Final coloured key visual</a:t>
            </a:r>
          </a:p>
        </p:txBody>
      </p:sp>
      <p:sp>
        <p:nvSpPr>
          <p:cNvPr id="10" name="">
            <a:extLst xmlns:a="http://schemas.openxmlformats.org/drawingml/2006/main">
              <a:ext uri="{FF2B5EF4-FFF2-40B4-BE49-F238E27FC236}">
                <a16:creationId xmlns:a16="http://schemas.microsoft.com/office/drawing/2014/main" id="{698DA71F-DC82-4E3F-A7DA-0AF3CC5D96A2}"/>
              </a:ext>
            </a:extLst>
          </p:cNvPr>
          <p:cNvSpPr>
            <a:spLocks xmlns:a="http://schemas.openxmlformats.org/drawingml/2006/main" noGrp="1"/>
          </p:cNvSpPr>
          <p:nvPr/>
        </p:nvSpPr>
        <p:spPr>
          <a:xfrm xmlns:a="http://schemas.openxmlformats.org/drawingml/2006/main">
            <a:off x="4514850" y="6038850"/>
            <a:ext cx="5543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660" b="0" i="0">
                <a:solidFill>
                  <a:srgbClr val="6C6A64"/>
                </a:solidFill>
                <a:latin typeface="Arial"/>
                <a:ea typeface="Arial"/>
                <a:cs typeface="Arial"/>
              </a:defRPr>
            </a:defPPr>
            <a:lvl1pPr algn="l">
              <a:defRPr sz="660" b="0" i="0">
                <a:solidFill>
                  <a:srgbClr val="6C6A64"/>
                </a:solidFill>
                <a:latin typeface="Arial"/>
                <a:ea typeface="Arial"/>
                <a:cs typeface="Arial"/>
              </a:defRPr>
            </a:lvl1pPr>
            <a:lvl2pPr algn="l">
              <a:defRPr sz="660" b="0" i="0">
                <a:solidFill>
                  <a:srgbClr val="6C6A64"/>
                </a:solidFill>
                <a:latin typeface="Arial"/>
                <a:ea typeface="Arial"/>
                <a:cs typeface="Arial"/>
              </a:defRPr>
            </a:lvl2pPr>
            <a:lvl3pPr algn="l">
              <a:defRPr sz="660" b="0" i="0">
                <a:solidFill>
                  <a:srgbClr val="6C6A64"/>
                </a:solidFill>
                <a:latin typeface="Arial"/>
                <a:ea typeface="Arial"/>
                <a:cs typeface="Arial"/>
              </a:defRPr>
            </a:lvl3pPr>
            <a:lvl4pPr algn="l">
              <a:defRPr sz="660" b="0" i="0">
                <a:solidFill>
                  <a:srgbClr val="6C6A64"/>
                </a:solidFill>
                <a:latin typeface="Arial"/>
                <a:ea typeface="Arial"/>
                <a:cs typeface="Arial"/>
              </a:defRPr>
            </a:lvl4pPr>
            <a:lvl5pPr algn="l">
              <a:defRPr sz="660" b="0" i="0">
                <a:solidFill>
                  <a:srgbClr val="6C6A64"/>
                </a:solidFill>
                <a:latin typeface="Arial"/>
                <a:ea typeface="Arial"/>
                <a:cs typeface="Arial"/>
              </a:defRPr>
            </a:lvl5pPr>
            <a:lvl6pPr algn="l">
              <a:defRPr sz="660" b="0" i="0">
                <a:solidFill>
                  <a:srgbClr val="6C6A64"/>
                </a:solidFill>
                <a:latin typeface="Arial"/>
                <a:ea typeface="Arial"/>
                <a:cs typeface="Arial"/>
              </a:defRPr>
            </a:lvl6pPr>
            <a:lvl7pPr algn="l">
              <a:defRPr sz="660" b="0" i="0">
                <a:solidFill>
                  <a:srgbClr val="6C6A64"/>
                </a:solidFill>
                <a:latin typeface="Arial"/>
                <a:ea typeface="Arial"/>
                <a:cs typeface="Arial"/>
              </a:defRPr>
            </a:lvl7pPr>
            <a:lvl8pPr algn="l">
              <a:defRPr sz="660" b="0" i="0">
                <a:solidFill>
                  <a:srgbClr val="6C6A64"/>
                </a:solidFill>
                <a:latin typeface="Arial"/>
                <a:ea typeface="Arial"/>
                <a:cs typeface="Arial"/>
              </a:defRPr>
            </a:lvl8pPr>
            <a:lvl9pPr algn="l">
              <a:defRPr sz="660" b="0" i="0">
                <a:solidFill>
                  <a:srgbClr val="6C6A64"/>
                </a:solidFill>
                <a:latin typeface="Arial"/>
                <a:ea typeface="Arial"/>
                <a:cs typeface="Arial"/>
              </a:defRPr>
            </a:lvl9pPr>
          </a:lstStyle>
          <a:p xmlns:a="http://schemas.openxmlformats.org/drawingml/2006/main">
            <a:pPr algn="l">
              <a:defRPr sz="660" b="0" i="0">
                <a:solidFill>
                  <a:srgbClr val="6C6A64"/>
                </a:solidFill>
                <a:latin typeface="Arial"/>
                <a:ea typeface="Arial"/>
                <a:cs typeface="Arial"/>
              </a:defRPr>
            </a:pPr>
            <a:r>
              <a:rPr sz="660" b="0" i="0">
                <a:solidFill>
                  <a:srgbClr val="6C6A64"/>
                </a:solidFill>
                <a:latin typeface="Arial"/>
                <a:ea typeface="Arial"/>
                <a:cs typeface="Arial"/>
              </a:rPr>
              <a:t>Portrait illustration / high resolution / 4:5</a:t>
            </a:r>
          </a:p>
        </p:txBody>
      </p:sp>
      <p:sp>
        <p:nvSpPr>
          <p:cNvPr id="11" name="">
            <a:extLst xmlns:a="http://schemas.openxmlformats.org/drawingml/2006/main">
              <a:ext uri="{FF2B5EF4-FFF2-40B4-BE49-F238E27FC236}">
                <a16:creationId xmlns:a16="http://schemas.microsoft.com/office/drawing/2014/main" id="{B616733B-AA9A-47E4-BA9F-7FA6DD202A85}"/>
              </a:ext>
            </a:extLst>
          </p:cNvPr>
          <p:cNvSpPr>
            <a:spLocks xmlns:a="http://schemas.openxmlformats.org/drawingml/2006/main" noGrp="1"/>
          </p:cNvSpPr>
          <p:nvPr/>
        </p:nvSpPr>
        <p:spPr>
          <a:xfrm xmlns:a="http://schemas.openxmlformats.org/drawingml/2006/main">
            <a:off x="495300" y="7159950"/>
            <a:ext cx="1809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788" b="1" i="0">
                <a:solidFill>
                  <a:srgbClr val="6C6A64"/>
                </a:solidFill>
                <a:latin typeface="Arial"/>
                <a:ea typeface="Arial"/>
                <a:cs typeface="Arial"/>
              </a:defRPr>
            </a:defPPr>
            <a:lvl1pPr algn="l">
              <a:defRPr sz="788" b="1" i="0">
                <a:solidFill>
                  <a:srgbClr val="6C6A64"/>
                </a:solidFill>
                <a:latin typeface="Arial"/>
                <a:ea typeface="Arial"/>
                <a:cs typeface="Arial"/>
              </a:defRPr>
            </a:lvl1pPr>
            <a:lvl2pPr algn="l">
              <a:defRPr sz="788" b="1" i="0">
                <a:solidFill>
                  <a:srgbClr val="6C6A64"/>
                </a:solidFill>
                <a:latin typeface="Arial"/>
                <a:ea typeface="Arial"/>
                <a:cs typeface="Arial"/>
              </a:defRPr>
            </a:lvl2pPr>
            <a:lvl3pPr algn="l">
              <a:defRPr sz="788" b="1" i="0">
                <a:solidFill>
                  <a:srgbClr val="6C6A64"/>
                </a:solidFill>
                <a:latin typeface="Arial"/>
                <a:ea typeface="Arial"/>
                <a:cs typeface="Arial"/>
              </a:defRPr>
            </a:lvl3pPr>
            <a:lvl4pPr algn="l">
              <a:defRPr sz="788" b="1" i="0">
                <a:solidFill>
                  <a:srgbClr val="6C6A64"/>
                </a:solidFill>
                <a:latin typeface="Arial"/>
                <a:ea typeface="Arial"/>
                <a:cs typeface="Arial"/>
              </a:defRPr>
            </a:lvl4pPr>
            <a:lvl5pPr algn="l">
              <a:defRPr sz="788" b="1" i="0">
                <a:solidFill>
                  <a:srgbClr val="6C6A64"/>
                </a:solidFill>
                <a:latin typeface="Arial"/>
                <a:ea typeface="Arial"/>
                <a:cs typeface="Arial"/>
              </a:defRPr>
            </a:lvl5pPr>
            <a:lvl6pPr algn="l">
              <a:defRPr sz="788" b="1" i="0">
                <a:solidFill>
                  <a:srgbClr val="6C6A64"/>
                </a:solidFill>
                <a:latin typeface="Arial"/>
                <a:ea typeface="Arial"/>
                <a:cs typeface="Arial"/>
              </a:defRPr>
            </a:lvl6pPr>
            <a:lvl7pPr algn="l">
              <a:defRPr sz="788" b="1" i="0">
                <a:solidFill>
                  <a:srgbClr val="6C6A64"/>
                </a:solidFill>
                <a:latin typeface="Arial"/>
                <a:ea typeface="Arial"/>
                <a:cs typeface="Arial"/>
              </a:defRPr>
            </a:lvl7pPr>
            <a:lvl8pPr algn="l">
              <a:defRPr sz="788" b="1" i="0">
                <a:solidFill>
                  <a:srgbClr val="6C6A64"/>
                </a:solidFill>
                <a:latin typeface="Arial"/>
                <a:ea typeface="Arial"/>
                <a:cs typeface="Arial"/>
              </a:defRPr>
            </a:lvl8pPr>
            <a:lvl9pPr algn="l">
              <a:defRPr sz="788" b="1" i="0">
                <a:solidFill>
                  <a:srgbClr val="6C6A64"/>
                </a:solidFill>
                <a:latin typeface="Arial"/>
                <a:ea typeface="Arial"/>
                <a:cs typeface="Arial"/>
              </a:defRPr>
            </a:lvl9pPr>
          </a:lstStyle>
          <a:p xmlns:a="http://schemas.openxmlformats.org/drawingml/2006/main">
            <a:pPr algn="l">
              <a:defRPr sz="788" b="1" i="0">
                <a:solidFill>
                  <a:srgbClr val="6C6A64"/>
                </a:solidFill>
                <a:latin typeface="Arial"/>
                <a:ea typeface="Arial"/>
                <a:cs typeface="Arial"/>
              </a:defRPr>
            </a:pPr>
            <a:r>
              <a:rPr sz="788" b="1" i="0">
                <a:solidFill>
                  <a:srgbClr val="6C6A64"/>
                </a:solidFill>
                <a:latin typeface="Arial"/>
                <a:ea typeface="Arial"/>
                <a:cs typeface="Arial"/>
              </a:rPr>
              <a:t>PROJECT 01   01/04</a:t>
            </a:r>
          </a:p>
        </p:txBody>
      </p:sp>
    </p:spTree>
    <p:extLst>
      <p:ext uri="{BB962C8B-B14F-4D97-AF65-F5344CB8AC3E}">
        <p14:creationId xmlns:p14="http://schemas.microsoft.com/office/powerpoint/2010/main" val="1967246934"/>
      </p:ext>
    </p:extLst>
  </p:cSld>
</p:sld>
</file>

<file path=ppt/slides/slide2.xml><?xml version="1.0" encoding="utf-8"?>
<p:sld xmlns:p="http://schemas.openxmlformats.org/presentationml/2006/main">
  <p:cSld>
    <p:bg>
      <p:bgPr>
        <a:solidFill xmlns:a="http://schemas.openxmlformats.org/drawingml/2006/main">
          <a:srgbClr val="ECEAE4"/>
        </a:solidFill>
      </p:bgPr>
    </p:bg>
    <p:spTree>
      <p:nvGrpSpPr>
        <p:cNvPr id="1" name=""/>
        <p:cNvGrpSpPr/>
        <p:nvPr/>
      </p:nvGrpSpPr>
      <p:grpSpPr>
        <a:xfrm xmlns:a="http://schemas.openxmlformats.org/drawingml/2006/main"/>
      </p:grpSpPr>
      <p:sp>
        <p:nvSpPr>
          <p:cNvPr id="52" name="">
            <a:extLst xmlns:a="http://schemas.openxmlformats.org/drawingml/2006/main">
              <a:ext uri="{FF2B5EF4-FFF2-40B4-BE49-F238E27FC236}">
                <a16:creationId xmlns:a16="http://schemas.microsoft.com/office/drawing/2014/main" id="{F7DDBA9F-BEF9-46B0-875B-207C2CA25AC4}"/>
              </a:ext>
            </a:extLst>
          </p:cNvPr>
          <p:cNvSpPr>
            <a:spLocks xmlns:a="http://schemas.openxmlformats.org/drawingml/2006/main" noGrp="1"/>
          </p:cNvSpPr>
          <p:nvPr/>
        </p:nvSpPr>
        <p:spPr>
          <a:xfrm xmlns:a="http://schemas.openxmlformats.org/drawingml/2006/main">
            <a:off x="514350" y="400050"/>
            <a:ext cx="495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550" b="0" i="0">
                <a:solidFill>
                  <a:srgbClr val="171715"/>
                </a:solidFill>
                <a:latin typeface="Georgia"/>
                <a:ea typeface="Georgia"/>
                <a:cs typeface="Georgia"/>
              </a:defRPr>
            </a:defPPr>
            <a:lvl1pPr algn="l">
              <a:defRPr sz="2550" b="0" i="0">
                <a:solidFill>
                  <a:srgbClr val="171715"/>
                </a:solidFill>
                <a:latin typeface="Georgia"/>
                <a:ea typeface="Georgia"/>
                <a:cs typeface="Georgia"/>
              </a:defRPr>
            </a:lvl1pPr>
            <a:lvl2pPr algn="l">
              <a:defRPr sz="2550" b="0" i="0">
                <a:solidFill>
                  <a:srgbClr val="171715"/>
                </a:solidFill>
                <a:latin typeface="Georgia"/>
                <a:ea typeface="Georgia"/>
                <a:cs typeface="Georgia"/>
              </a:defRPr>
            </a:lvl2pPr>
            <a:lvl3pPr algn="l">
              <a:defRPr sz="2550" b="0" i="0">
                <a:solidFill>
                  <a:srgbClr val="171715"/>
                </a:solidFill>
                <a:latin typeface="Georgia"/>
                <a:ea typeface="Georgia"/>
                <a:cs typeface="Georgia"/>
              </a:defRPr>
            </a:lvl3pPr>
            <a:lvl4pPr algn="l">
              <a:defRPr sz="2550" b="0" i="0">
                <a:solidFill>
                  <a:srgbClr val="171715"/>
                </a:solidFill>
                <a:latin typeface="Georgia"/>
                <a:ea typeface="Georgia"/>
                <a:cs typeface="Georgia"/>
              </a:defRPr>
            </a:lvl4pPr>
            <a:lvl5pPr algn="l">
              <a:defRPr sz="2550" b="0" i="0">
                <a:solidFill>
                  <a:srgbClr val="171715"/>
                </a:solidFill>
                <a:latin typeface="Georgia"/>
                <a:ea typeface="Georgia"/>
                <a:cs typeface="Georgia"/>
              </a:defRPr>
            </a:lvl5pPr>
            <a:lvl6pPr algn="l">
              <a:defRPr sz="2550" b="0" i="0">
                <a:solidFill>
                  <a:srgbClr val="171715"/>
                </a:solidFill>
                <a:latin typeface="Georgia"/>
                <a:ea typeface="Georgia"/>
                <a:cs typeface="Georgia"/>
              </a:defRPr>
            </a:lvl6pPr>
            <a:lvl7pPr algn="l">
              <a:defRPr sz="2550" b="0" i="0">
                <a:solidFill>
                  <a:srgbClr val="171715"/>
                </a:solidFill>
                <a:latin typeface="Georgia"/>
                <a:ea typeface="Georgia"/>
                <a:cs typeface="Georgia"/>
              </a:defRPr>
            </a:lvl7pPr>
            <a:lvl8pPr algn="l">
              <a:defRPr sz="2550" b="0" i="0">
                <a:solidFill>
                  <a:srgbClr val="171715"/>
                </a:solidFill>
                <a:latin typeface="Georgia"/>
                <a:ea typeface="Georgia"/>
                <a:cs typeface="Georgia"/>
              </a:defRPr>
            </a:lvl8pPr>
            <a:lvl9pPr algn="l">
              <a:defRPr sz="2550" b="0" i="0">
                <a:solidFill>
                  <a:srgbClr val="171715"/>
                </a:solidFill>
                <a:latin typeface="Georgia"/>
                <a:ea typeface="Georgia"/>
                <a:cs typeface="Georgia"/>
              </a:defRPr>
            </a:lvl9pPr>
          </a:lstStyle>
          <a:p xmlns:a="http://schemas.openxmlformats.org/drawingml/2006/main">
            <a:pPr algn="l">
              <a:defRPr sz="2550" b="0" i="0">
                <a:solidFill>
                  <a:srgbClr val="171715"/>
                </a:solidFill>
                <a:latin typeface="Georgia"/>
                <a:ea typeface="Georgia"/>
                <a:cs typeface="Georgia"/>
              </a:defRPr>
            </a:pPr>
            <a:r>
              <a:rPr sz="2550" b="0" i="0">
                <a:solidFill>
                  <a:srgbClr val="171715"/>
                </a:solidFill>
                <a:latin typeface="Georgia"/>
                <a:ea typeface="Georgia"/>
                <a:cs typeface="Georgia"/>
              </a:rPr>
              <a:t>Building the Inner System</a:t>
            </a:r>
          </a:p>
        </p:txBody>
      </p:sp>
      <p:sp>
        <p:nvSpPr>
          <p:cNvPr id="2" name="">
            <a:extLst xmlns:a="http://schemas.openxmlformats.org/drawingml/2006/main">
              <a:ext uri="{FF2B5EF4-FFF2-40B4-BE49-F238E27FC236}">
                <a16:creationId xmlns:a16="http://schemas.microsoft.com/office/drawing/2014/main" id="{A950950A-ECEF-4A2C-A479-84372FDDABAE}"/>
              </a:ext>
            </a:extLst>
          </p:cNvPr>
          <p:cNvSpPr>
            <a:spLocks xmlns:a="http://schemas.openxmlformats.org/drawingml/2006/main" noGrp="1"/>
          </p:cNvSpPr>
          <p:nvPr/>
        </p:nvSpPr>
        <p:spPr>
          <a:xfrm xmlns:a="http://schemas.openxmlformats.org/drawingml/2006/main">
            <a:off x="533400" y="942975"/>
            <a:ext cx="409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825" b="1" i="0">
                <a:solidFill>
                  <a:srgbClr val="6C6A64"/>
                </a:solidFill>
                <a:latin typeface="Arial"/>
                <a:ea typeface="Arial"/>
                <a:cs typeface="Arial"/>
              </a:defRPr>
            </a:defPPr>
            <a:lvl1pPr algn="l">
              <a:defRPr sz="825" b="1" i="0">
                <a:solidFill>
                  <a:srgbClr val="6C6A64"/>
                </a:solidFill>
                <a:latin typeface="Arial"/>
                <a:ea typeface="Arial"/>
                <a:cs typeface="Arial"/>
              </a:defRPr>
            </a:lvl1pPr>
            <a:lvl2pPr algn="l">
              <a:defRPr sz="825" b="1" i="0">
                <a:solidFill>
                  <a:srgbClr val="6C6A64"/>
                </a:solidFill>
                <a:latin typeface="Arial"/>
                <a:ea typeface="Arial"/>
                <a:cs typeface="Arial"/>
              </a:defRPr>
            </a:lvl2pPr>
            <a:lvl3pPr algn="l">
              <a:defRPr sz="825" b="1" i="0">
                <a:solidFill>
                  <a:srgbClr val="6C6A64"/>
                </a:solidFill>
                <a:latin typeface="Arial"/>
                <a:ea typeface="Arial"/>
                <a:cs typeface="Arial"/>
              </a:defRPr>
            </a:lvl3pPr>
            <a:lvl4pPr algn="l">
              <a:defRPr sz="825" b="1" i="0">
                <a:solidFill>
                  <a:srgbClr val="6C6A64"/>
                </a:solidFill>
                <a:latin typeface="Arial"/>
                <a:ea typeface="Arial"/>
                <a:cs typeface="Arial"/>
              </a:defRPr>
            </a:lvl4pPr>
            <a:lvl5pPr algn="l">
              <a:defRPr sz="825" b="1" i="0">
                <a:solidFill>
                  <a:srgbClr val="6C6A64"/>
                </a:solidFill>
                <a:latin typeface="Arial"/>
                <a:ea typeface="Arial"/>
                <a:cs typeface="Arial"/>
              </a:defRPr>
            </a:lvl5pPr>
            <a:lvl6pPr algn="l">
              <a:defRPr sz="825" b="1" i="0">
                <a:solidFill>
                  <a:srgbClr val="6C6A64"/>
                </a:solidFill>
                <a:latin typeface="Arial"/>
                <a:ea typeface="Arial"/>
                <a:cs typeface="Arial"/>
              </a:defRPr>
            </a:lvl6pPr>
            <a:lvl7pPr algn="l">
              <a:defRPr sz="825" b="1" i="0">
                <a:solidFill>
                  <a:srgbClr val="6C6A64"/>
                </a:solidFill>
                <a:latin typeface="Arial"/>
                <a:ea typeface="Arial"/>
                <a:cs typeface="Arial"/>
              </a:defRPr>
            </a:lvl7pPr>
            <a:lvl8pPr algn="l">
              <a:defRPr sz="825" b="1" i="0">
                <a:solidFill>
                  <a:srgbClr val="6C6A64"/>
                </a:solidFill>
                <a:latin typeface="Arial"/>
                <a:ea typeface="Arial"/>
                <a:cs typeface="Arial"/>
              </a:defRPr>
            </a:lvl8pPr>
            <a:lvl9pPr algn="l">
              <a:defRPr sz="825" b="1" i="0">
                <a:solidFill>
                  <a:srgbClr val="6C6A64"/>
                </a:solidFill>
                <a:latin typeface="Arial"/>
                <a:ea typeface="Arial"/>
                <a:cs typeface="Arial"/>
              </a:defRPr>
            </a:lvl9pPr>
          </a:lstStyle>
          <a:p xmlns:a="http://schemas.openxmlformats.org/drawingml/2006/main">
            <a:pPr algn="l">
              <a:defRPr sz="825" b="1" i="0">
                <a:solidFill>
                  <a:srgbClr val="6C6A64"/>
                </a:solidFill>
                <a:latin typeface="Arial"/>
                <a:ea typeface="Arial"/>
                <a:cs typeface="Arial"/>
              </a:defRPr>
            </a:pPr>
            <a:r>
              <a:rPr sz="825" b="1" i="0">
                <a:solidFill>
                  <a:srgbClr val="6C6A64"/>
                </a:solidFill>
                <a:latin typeface="Arial"/>
                <a:ea typeface="Arial"/>
                <a:cs typeface="Arial"/>
              </a:rPr>
              <a:t>Sketch, symbol, composition, and colour development</a:t>
            </a:r>
          </a:p>
        </p:txBody>
      </p:sp>
      <p:sp>
        <p:nvSpPr>
          <p:cNvPr id="3" name="">
            <a:extLst xmlns:a="http://schemas.openxmlformats.org/drawingml/2006/main">
              <a:ext uri="{FF2B5EF4-FFF2-40B4-BE49-F238E27FC236}">
                <a16:creationId xmlns:a16="http://schemas.microsoft.com/office/drawing/2014/main" id="{56B865A9-2084-4823-98E1-8A2FB6FB9323}"/>
              </a:ext>
            </a:extLst>
          </p:cNvPr>
          <p:cNvSpPr>
            <a:spLocks xmlns:a="http://schemas.openxmlformats.org/drawingml/2006/main" noGrp="1"/>
          </p:cNvSpPr>
          <p:nvPr/>
        </p:nvSpPr>
        <p:spPr>
          <a:xfrm xmlns:a="http://schemas.openxmlformats.org/drawingml/2006/main">
            <a:off x="514350" y="1390650"/>
            <a:ext cx="228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750" b="1" i="0">
                <a:solidFill>
                  <a:srgbClr val="557A76"/>
                </a:solidFill>
                <a:latin typeface="Arial"/>
                <a:ea typeface="Arial"/>
                <a:cs typeface="Arial"/>
              </a:defRPr>
            </a:defPPr>
            <a:lvl1pPr algn="l">
              <a:defRPr sz="750" b="1" i="0">
                <a:solidFill>
                  <a:srgbClr val="557A76"/>
                </a:solidFill>
                <a:latin typeface="Arial"/>
                <a:ea typeface="Arial"/>
                <a:cs typeface="Arial"/>
              </a:defRPr>
            </a:lvl1pPr>
            <a:lvl2pPr algn="l">
              <a:defRPr sz="750" b="1" i="0">
                <a:solidFill>
                  <a:srgbClr val="557A76"/>
                </a:solidFill>
                <a:latin typeface="Arial"/>
                <a:ea typeface="Arial"/>
                <a:cs typeface="Arial"/>
              </a:defRPr>
            </a:lvl2pPr>
            <a:lvl3pPr algn="l">
              <a:defRPr sz="750" b="1" i="0">
                <a:solidFill>
                  <a:srgbClr val="557A76"/>
                </a:solidFill>
                <a:latin typeface="Arial"/>
                <a:ea typeface="Arial"/>
                <a:cs typeface="Arial"/>
              </a:defRPr>
            </a:lvl3pPr>
            <a:lvl4pPr algn="l">
              <a:defRPr sz="750" b="1" i="0">
                <a:solidFill>
                  <a:srgbClr val="557A76"/>
                </a:solidFill>
                <a:latin typeface="Arial"/>
                <a:ea typeface="Arial"/>
                <a:cs typeface="Arial"/>
              </a:defRPr>
            </a:lvl4pPr>
            <a:lvl5pPr algn="l">
              <a:defRPr sz="750" b="1" i="0">
                <a:solidFill>
                  <a:srgbClr val="557A76"/>
                </a:solidFill>
                <a:latin typeface="Arial"/>
                <a:ea typeface="Arial"/>
                <a:cs typeface="Arial"/>
              </a:defRPr>
            </a:lvl5pPr>
            <a:lvl6pPr algn="l">
              <a:defRPr sz="750" b="1" i="0">
                <a:solidFill>
                  <a:srgbClr val="557A76"/>
                </a:solidFill>
                <a:latin typeface="Arial"/>
                <a:ea typeface="Arial"/>
                <a:cs typeface="Arial"/>
              </a:defRPr>
            </a:lvl6pPr>
            <a:lvl7pPr algn="l">
              <a:defRPr sz="750" b="1" i="0">
                <a:solidFill>
                  <a:srgbClr val="557A76"/>
                </a:solidFill>
                <a:latin typeface="Arial"/>
                <a:ea typeface="Arial"/>
                <a:cs typeface="Arial"/>
              </a:defRPr>
            </a:lvl7pPr>
            <a:lvl8pPr algn="l">
              <a:defRPr sz="750" b="1" i="0">
                <a:solidFill>
                  <a:srgbClr val="557A76"/>
                </a:solidFill>
                <a:latin typeface="Arial"/>
                <a:ea typeface="Arial"/>
                <a:cs typeface="Arial"/>
              </a:defRPr>
            </a:lvl8pPr>
            <a:lvl9pPr algn="l">
              <a:defRPr sz="750" b="1" i="0">
                <a:solidFill>
                  <a:srgbClr val="557A76"/>
                </a:solidFill>
                <a:latin typeface="Arial"/>
                <a:ea typeface="Arial"/>
                <a:cs typeface="Arial"/>
              </a:defRPr>
            </a:lvl9pPr>
          </a:lstStyle>
          <a:p xmlns:a="http://schemas.openxmlformats.org/drawingml/2006/main">
            <a:pPr algn="l">
              <a:defRPr sz="750" b="1" i="0">
                <a:solidFill>
                  <a:srgbClr val="557A76"/>
                </a:solidFill>
                <a:latin typeface="Arial"/>
                <a:ea typeface="Arial"/>
                <a:cs typeface="Arial"/>
              </a:defRPr>
            </a:pPr>
            <a:r>
              <a:rPr sz="750" b="1" i="0">
                <a:solidFill>
                  <a:srgbClr val="557A76"/>
                </a:solidFill>
                <a:latin typeface="Arial"/>
                <a:ea typeface="Arial"/>
                <a:cs typeface="Arial"/>
              </a:rPr>
              <a:t>A</a:t>
            </a:r>
          </a:p>
        </p:txBody>
      </p:sp>
      <p:sp>
        <p:nvSpPr>
          <p:cNvPr id="4" name="">
            <a:extLst xmlns:a="http://schemas.openxmlformats.org/drawingml/2006/main">
              <a:ext uri="{FF2B5EF4-FFF2-40B4-BE49-F238E27FC236}">
                <a16:creationId xmlns:a16="http://schemas.microsoft.com/office/drawing/2014/main" id="{6F57EFF5-B77E-49CB-A51B-4DBCA2859A37}"/>
              </a:ext>
            </a:extLst>
          </p:cNvPr>
          <p:cNvSpPr>
            <a:spLocks xmlns:a="http://schemas.openxmlformats.org/drawingml/2006/main" noGrp="1"/>
          </p:cNvSpPr>
          <p:nvPr/>
        </p:nvSpPr>
        <p:spPr>
          <a:xfrm xmlns:a="http://schemas.openxmlformats.org/drawingml/2006/main">
            <a:off x="781050" y="1390650"/>
            <a:ext cx="2400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750" b="1" i="0">
                <a:solidFill>
                  <a:srgbClr val="6C6A64"/>
                </a:solidFill>
                <a:latin typeface="Arial"/>
                <a:ea typeface="Arial"/>
                <a:cs typeface="Arial"/>
              </a:defRPr>
            </a:defPPr>
            <a:lvl1pPr algn="l">
              <a:defRPr sz="750" b="1" i="0">
                <a:solidFill>
                  <a:srgbClr val="6C6A64"/>
                </a:solidFill>
                <a:latin typeface="Arial"/>
                <a:ea typeface="Arial"/>
                <a:cs typeface="Arial"/>
              </a:defRPr>
            </a:lvl1pPr>
            <a:lvl2pPr algn="l">
              <a:defRPr sz="750" b="1" i="0">
                <a:solidFill>
                  <a:srgbClr val="6C6A64"/>
                </a:solidFill>
                <a:latin typeface="Arial"/>
                <a:ea typeface="Arial"/>
                <a:cs typeface="Arial"/>
              </a:defRPr>
            </a:lvl2pPr>
            <a:lvl3pPr algn="l">
              <a:defRPr sz="750" b="1" i="0">
                <a:solidFill>
                  <a:srgbClr val="6C6A64"/>
                </a:solidFill>
                <a:latin typeface="Arial"/>
                <a:ea typeface="Arial"/>
                <a:cs typeface="Arial"/>
              </a:defRPr>
            </a:lvl3pPr>
            <a:lvl4pPr algn="l">
              <a:defRPr sz="750" b="1" i="0">
                <a:solidFill>
                  <a:srgbClr val="6C6A64"/>
                </a:solidFill>
                <a:latin typeface="Arial"/>
                <a:ea typeface="Arial"/>
                <a:cs typeface="Arial"/>
              </a:defRPr>
            </a:lvl4pPr>
            <a:lvl5pPr algn="l">
              <a:defRPr sz="750" b="1" i="0">
                <a:solidFill>
                  <a:srgbClr val="6C6A64"/>
                </a:solidFill>
                <a:latin typeface="Arial"/>
                <a:ea typeface="Arial"/>
                <a:cs typeface="Arial"/>
              </a:defRPr>
            </a:lvl5pPr>
            <a:lvl6pPr algn="l">
              <a:defRPr sz="750" b="1" i="0">
                <a:solidFill>
                  <a:srgbClr val="6C6A64"/>
                </a:solidFill>
                <a:latin typeface="Arial"/>
                <a:ea typeface="Arial"/>
                <a:cs typeface="Arial"/>
              </a:defRPr>
            </a:lvl6pPr>
            <a:lvl7pPr algn="l">
              <a:defRPr sz="750" b="1" i="0">
                <a:solidFill>
                  <a:srgbClr val="6C6A64"/>
                </a:solidFill>
                <a:latin typeface="Arial"/>
                <a:ea typeface="Arial"/>
                <a:cs typeface="Arial"/>
              </a:defRPr>
            </a:lvl7pPr>
            <a:lvl8pPr algn="l">
              <a:defRPr sz="750" b="1" i="0">
                <a:solidFill>
                  <a:srgbClr val="6C6A64"/>
                </a:solidFill>
                <a:latin typeface="Arial"/>
                <a:ea typeface="Arial"/>
                <a:cs typeface="Arial"/>
              </a:defRPr>
            </a:lvl8pPr>
            <a:lvl9pPr algn="l">
              <a:defRPr sz="750" b="1" i="0">
                <a:solidFill>
                  <a:srgbClr val="6C6A64"/>
                </a:solidFill>
                <a:latin typeface="Arial"/>
                <a:ea typeface="Arial"/>
                <a:cs typeface="Arial"/>
              </a:defRPr>
            </a:lvl9pPr>
          </a:lstStyle>
          <a:p xmlns:a="http://schemas.openxmlformats.org/drawingml/2006/main">
            <a:pPr algn="l">
              <a:defRPr sz="750" b="1" i="0">
                <a:solidFill>
                  <a:srgbClr val="6C6A64"/>
                </a:solidFill>
                <a:latin typeface="Arial"/>
                <a:ea typeface="Arial"/>
                <a:cs typeface="Arial"/>
              </a:defRPr>
            </a:pPr>
            <a:r>
              <a:rPr sz="750" b="1" i="0">
                <a:solidFill>
                  <a:srgbClr val="6C6A64"/>
                </a:solidFill>
                <a:latin typeface="Arial"/>
                <a:ea typeface="Arial"/>
                <a:cs typeface="Arial"/>
              </a:rPr>
              <a:t>INITIAL SKETCH</a:t>
            </a:r>
          </a:p>
        </p:txBody>
      </p:sp>
      <p:sp>
        <p:nvSpPr>
          <p:cNvPr id="5" name="">
            <a:extLst xmlns:a="http://schemas.openxmlformats.org/drawingml/2006/main">
              <a:ext uri="{FF2B5EF4-FFF2-40B4-BE49-F238E27FC236}">
                <a16:creationId xmlns:a16="http://schemas.microsoft.com/office/drawing/2014/main" id="{7DC2C31F-85D4-4670-AC66-CB55CE3D2EA2}"/>
              </a:ext>
            </a:extLst>
          </p:cNvPr>
          <p:cNvSpPr>
            <a:spLocks xmlns:a="http://schemas.openxmlformats.org/drawingml/2006/main" noGrp="1"/>
          </p:cNvSpPr>
          <p:nvPr/>
        </p:nvSpPr>
        <p:spPr>
          <a:xfrm xmlns:a="http://schemas.openxmlformats.org/drawingml/2006/main">
            <a:off x="514350" y="1657350"/>
            <a:ext cx="2667000" cy="3105150"/>
          </a:xfrm>
          <a:prstGeom xmlns:a="http://schemas.openxmlformats.org/drawingml/2006/main" prst="rect">
            <a:avLst/>
          </a:prstGeom>
          <a:solidFill xmlns:a="http://schemas.openxmlformats.org/drawingml/2006/main">
            <a:srgbClr val="E8E6E0"/>
          </a:solidFill>
          <a:ln xmlns:a="http://schemas.openxmlformats.org/drawingml/2006/main" w="9525">
            <a:solidFill>
              <a:srgbClr val="B9B6AE"/>
            </a:solidFill>
            <a:prstDash val="solid"/>
          </a:ln>
        </p:spPr>
      </p:sp>
      <p:sp>
        <p:nvSpPr>
          <p:cNvPr id="6" name="">
            <a:extLst xmlns:a="http://schemas.openxmlformats.org/drawingml/2006/main">
              <a:ext uri="{FF2B5EF4-FFF2-40B4-BE49-F238E27FC236}">
                <a16:creationId xmlns:a16="http://schemas.microsoft.com/office/drawing/2014/main" id="{35A370E9-4E92-4A27-B51D-F90B9820D5C6}"/>
              </a:ext>
            </a:extLst>
          </p:cNvPr>
          <p:cNvSpPr>
            <a:spLocks xmlns:a="http://schemas.openxmlformats.org/drawingml/2006/main" noGrp="1"/>
          </p:cNvSpPr>
          <p:nvPr/>
        </p:nvSpPr>
        <p:spPr>
          <a:xfrm xmlns:a="http://schemas.openxmlformats.org/drawingml/2006/main">
            <a:off x="647700" y="1790700"/>
            <a:ext cx="24003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638" b="1" i="0">
                <a:solidFill>
                  <a:srgbClr val="557A76"/>
                </a:solidFill>
                <a:latin typeface="Arial"/>
                <a:ea typeface="Arial"/>
                <a:cs typeface="Arial"/>
              </a:defRPr>
            </a:defPPr>
            <a:lvl1pPr algn="l">
              <a:defRPr sz="638" b="1" i="0">
                <a:solidFill>
                  <a:srgbClr val="557A76"/>
                </a:solidFill>
                <a:latin typeface="Arial"/>
                <a:ea typeface="Arial"/>
                <a:cs typeface="Arial"/>
              </a:defRPr>
            </a:lvl1pPr>
            <a:lvl2pPr algn="l">
              <a:defRPr sz="638" b="1" i="0">
                <a:solidFill>
                  <a:srgbClr val="557A76"/>
                </a:solidFill>
                <a:latin typeface="Arial"/>
                <a:ea typeface="Arial"/>
                <a:cs typeface="Arial"/>
              </a:defRPr>
            </a:lvl2pPr>
            <a:lvl3pPr algn="l">
              <a:defRPr sz="638" b="1" i="0">
                <a:solidFill>
                  <a:srgbClr val="557A76"/>
                </a:solidFill>
                <a:latin typeface="Arial"/>
                <a:ea typeface="Arial"/>
                <a:cs typeface="Arial"/>
              </a:defRPr>
            </a:lvl3pPr>
            <a:lvl4pPr algn="l">
              <a:defRPr sz="638" b="1" i="0">
                <a:solidFill>
                  <a:srgbClr val="557A76"/>
                </a:solidFill>
                <a:latin typeface="Arial"/>
                <a:ea typeface="Arial"/>
                <a:cs typeface="Arial"/>
              </a:defRPr>
            </a:lvl4pPr>
            <a:lvl5pPr algn="l">
              <a:defRPr sz="638" b="1" i="0">
                <a:solidFill>
                  <a:srgbClr val="557A76"/>
                </a:solidFill>
                <a:latin typeface="Arial"/>
                <a:ea typeface="Arial"/>
                <a:cs typeface="Arial"/>
              </a:defRPr>
            </a:lvl5pPr>
            <a:lvl6pPr algn="l">
              <a:defRPr sz="638" b="1" i="0">
                <a:solidFill>
                  <a:srgbClr val="557A76"/>
                </a:solidFill>
                <a:latin typeface="Arial"/>
                <a:ea typeface="Arial"/>
                <a:cs typeface="Arial"/>
              </a:defRPr>
            </a:lvl6pPr>
            <a:lvl7pPr algn="l">
              <a:defRPr sz="638" b="1" i="0">
                <a:solidFill>
                  <a:srgbClr val="557A76"/>
                </a:solidFill>
                <a:latin typeface="Arial"/>
                <a:ea typeface="Arial"/>
                <a:cs typeface="Arial"/>
              </a:defRPr>
            </a:lvl7pPr>
            <a:lvl8pPr algn="l">
              <a:defRPr sz="638" b="1" i="0">
                <a:solidFill>
                  <a:srgbClr val="557A76"/>
                </a:solidFill>
                <a:latin typeface="Arial"/>
                <a:ea typeface="Arial"/>
                <a:cs typeface="Arial"/>
              </a:defRPr>
            </a:lvl8pPr>
            <a:lvl9pPr algn="l">
              <a:defRPr sz="638" b="1" i="0">
                <a:solidFill>
                  <a:srgbClr val="557A76"/>
                </a:solidFill>
                <a:latin typeface="Arial"/>
                <a:ea typeface="Arial"/>
                <a:cs typeface="Arial"/>
              </a:defRPr>
            </a:lvl9pPr>
          </a:lstStyle>
          <a:p xmlns:a="http://schemas.openxmlformats.org/drawingml/2006/main">
            <a:pPr algn="l">
              <a:defRPr sz="638" b="1" i="0">
                <a:solidFill>
                  <a:srgbClr val="557A76"/>
                </a:solidFill>
                <a:latin typeface="Arial"/>
                <a:ea typeface="Arial"/>
                <a:cs typeface="Arial"/>
              </a:defRPr>
            </a:pPr>
            <a:r>
              <a:rPr sz="638" b="1" i="0">
                <a:solidFill>
                  <a:srgbClr val="557A76"/>
                </a:solidFill>
                <a:latin typeface="Arial"/>
                <a:ea typeface="Arial"/>
                <a:cs typeface="Arial"/>
              </a:rPr>
              <a:t>ASSET NEEDED</a:t>
            </a:r>
          </a:p>
        </p:txBody>
      </p:sp>
      <p:sp>
        <p:nvSpPr>
          <p:cNvPr id="7" name="">
            <a:extLst xmlns:a="http://schemas.openxmlformats.org/drawingml/2006/main">
              <a:ext uri="{FF2B5EF4-FFF2-40B4-BE49-F238E27FC236}">
                <a16:creationId xmlns:a16="http://schemas.microsoft.com/office/drawing/2014/main" id="{2D9CC221-A4B3-48B5-893D-273B27623711}"/>
              </a:ext>
            </a:extLst>
          </p:cNvPr>
          <p:cNvSpPr>
            <a:spLocks xmlns:a="http://schemas.openxmlformats.org/drawingml/2006/main" noGrp="1"/>
          </p:cNvSpPr>
          <p:nvPr/>
        </p:nvSpPr>
        <p:spPr>
          <a:xfrm xmlns:a="http://schemas.openxmlformats.org/drawingml/2006/main">
            <a:off x="647700" y="2899410"/>
            <a:ext cx="2400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00" b="0" i="0">
                <a:solidFill>
                  <a:srgbClr val="171715"/>
                </a:solidFill>
                <a:latin typeface="Georgia"/>
                <a:ea typeface="Georgia"/>
                <a:cs typeface="Georgia"/>
              </a:defRPr>
            </a:defPPr>
            <a:lvl1pPr algn="l">
              <a:defRPr sz="1200" b="0" i="0">
                <a:solidFill>
                  <a:srgbClr val="171715"/>
                </a:solidFill>
                <a:latin typeface="Georgia"/>
                <a:ea typeface="Georgia"/>
                <a:cs typeface="Georgia"/>
              </a:defRPr>
            </a:lvl1pPr>
            <a:lvl2pPr algn="l">
              <a:defRPr sz="1200" b="0" i="0">
                <a:solidFill>
                  <a:srgbClr val="171715"/>
                </a:solidFill>
                <a:latin typeface="Georgia"/>
                <a:ea typeface="Georgia"/>
                <a:cs typeface="Georgia"/>
              </a:defRPr>
            </a:lvl2pPr>
            <a:lvl3pPr algn="l">
              <a:defRPr sz="1200" b="0" i="0">
                <a:solidFill>
                  <a:srgbClr val="171715"/>
                </a:solidFill>
                <a:latin typeface="Georgia"/>
                <a:ea typeface="Georgia"/>
                <a:cs typeface="Georgia"/>
              </a:defRPr>
            </a:lvl3pPr>
            <a:lvl4pPr algn="l">
              <a:defRPr sz="1200" b="0" i="0">
                <a:solidFill>
                  <a:srgbClr val="171715"/>
                </a:solidFill>
                <a:latin typeface="Georgia"/>
                <a:ea typeface="Georgia"/>
                <a:cs typeface="Georgia"/>
              </a:defRPr>
            </a:lvl4pPr>
            <a:lvl5pPr algn="l">
              <a:defRPr sz="1200" b="0" i="0">
                <a:solidFill>
                  <a:srgbClr val="171715"/>
                </a:solidFill>
                <a:latin typeface="Georgia"/>
                <a:ea typeface="Georgia"/>
                <a:cs typeface="Georgia"/>
              </a:defRPr>
            </a:lvl5pPr>
            <a:lvl6pPr algn="l">
              <a:defRPr sz="1200" b="0" i="0">
                <a:solidFill>
                  <a:srgbClr val="171715"/>
                </a:solidFill>
                <a:latin typeface="Georgia"/>
                <a:ea typeface="Georgia"/>
                <a:cs typeface="Georgia"/>
              </a:defRPr>
            </a:lvl6pPr>
            <a:lvl7pPr algn="l">
              <a:defRPr sz="1200" b="0" i="0">
                <a:solidFill>
                  <a:srgbClr val="171715"/>
                </a:solidFill>
                <a:latin typeface="Georgia"/>
                <a:ea typeface="Georgia"/>
                <a:cs typeface="Georgia"/>
              </a:defRPr>
            </a:lvl7pPr>
            <a:lvl8pPr algn="l">
              <a:defRPr sz="1200" b="0" i="0">
                <a:solidFill>
                  <a:srgbClr val="171715"/>
                </a:solidFill>
                <a:latin typeface="Georgia"/>
                <a:ea typeface="Georgia"/>
                <a:cs typeface="Georgia"/>
              </a:defRPr>
            </a:lvl8pPr>
            <a:lvl9pPr algn="l">
              <a:defRPr sz="1200" b="0" i="0">
                <a:solidFill>
                  <a:srgbClr val="171715"/>
                </a:solidFill>
                <a:latin typeface="Georgia"/>
                <a:ea typeface="Georgia"/>
                <a:cs typeface="Georgia"/>
              </a:defRPr>
            </a:lvl9pPr>
          </a:lstStyle>
          <a:p xmlns:a="http://schemas.openxmlformats.org/drawingml/2006/main">
            <a:pPr algn="l">
              <a:defRPr sz="1200" b="0" i="0">
                <a:solidFill>
                  <a:srgbClr val="171715"/>
                </a:solidFill>
                <a:latin typeface="Georgia"/>
                <a:ea typeface="Georgia"/>
                <a:cs typeface="Georgia"/>
              </a:defRPr>
            </a:pPr>
            <a:r>
              <a:rPr sz="1200" b="0" i="0">
                <a:solidFill>
                  <a:srgbClr val="171715"/>
                </a:solidFill>
                <a:latin typeface="Georgia"/>
                <a:ea typeface="Georgia"/>
                <a:cs typeface="Georgia"/>
              </a:rPr>
              <a:t>01-original-sketch.jpg</a:t>
            </a:r>
          </a:p>
        </p:txBody>
      </p:sp>
      <p:sp>
        <p:nvSpPr>
          <p:cNvPr id="8" name="">
            <a:extLst xmlns:a="http://schemas.openxmlformats.org/drawingml/2006/main">
              <a:ext uri="{FF2B5EF4-FFF2-40B4-BE49-F238E27FC236}">
                <a16:creationId xmlns:a16="http://schemas.microsoft.com/office/drawing/2014/main" id="{948D05E4-F0AE-4577-B9BD-757C9F5DE59D}"/>
              </a:ext>
            </a:extLst>
          </p:cNvPr>
          <p:cNvSpPr>
            <a:spLocks xmlns:a="http://schemas.openxmlformats.org/drawingml/2006/main" noGrp="1"/>
          </p:cNvSpPr>
          <p:nvPr/>
        </p:nvSpPr>
        <p:spPr>
          <a:xfrm xmlns:a="http://schemas.openxmlformats.org/drawingml/2006/main">
            <a:off x="647700" y="4400550"/>
            <a:ext cx="2400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660" b="0" i="0">
                <a:solidFill>
                  <a:srgbClr val="6C6A64"/>
                </a:solidFill>
                <a:latin typeface="Arial"/>
                <a:ea typeface="Arial"/>
                <a:cs typeface="Arial"/>
              </a:defRPr>
            </a:defPPr>
            <a:lvl1pPr algn="l">
              <a:defRPr sz="660" b="0" i="0">
                <a:solidFill>
                  <a:srgbClr val="6C6A64"/>
                </a:solidFill>
                <a:latin typeface="Arial"/>
                <a:ea typeface="Arial"/>
                <a:cs typeface="Arial"/>
              </a:defRPr>
            </a:lvl1pPr>
            <a:lvl2pPr algn="l">
              <a:defRPr sz="660" b="0" i="0">
                <a:solidFill>
                  <a:srgbClr val="6C6A64"/>
                </a:solidFill>
                <a:latin typeface="Arial"/>
                <a:ea typeface="Arial"/>
                <a:cs typeface="Arial"/>
              </a:defRPr>
            </a:lvl2pPr>
            <a:lvl3pPr algn="l">
              <a:defRPr sz="660" b="0" i="0">
                <a:solidFill>
                  <a:srgbClr val="6C6A64"/>
                </a:solidFill>
                <a:latin typeface="Arial"/>
                <a:ea typeface="Arial"/>
                <a:cs typeface="Arial"/>
              </a:defRPr>
            </a:lvl3pPr>
            <a:lvl4pPr algn="l">
              <a:defRPr sz="660" b="0" i="0">
                <a:solidFill>
                  <a:srgbClr val="6C6A64"/>
                </a:solidFill>
                <a:latin typeface="Arial"/>
                <a:ea typeface="Arial"/>
                <a:cs typeface="Arial"/>
              </a:defRPr>
            </a:lvl4pPr>
            <a:lvl5pPr algn="l">
              <a:defRPr sz="660" b="0" i="0">
                <a:solidFill>
                  <a:srgbClr val="6C6A64"/>
                </a:solidFill>
                <a:latin typeface="Arial"/>
                <a:ea typeface="Arial"/>
                <a:cs typeface="Arial"/>
              </a:defRPr>
            </a:lvl5pPr>
            <a:lvl6pPr algn="l">
              <a:defRPr sz="660" b="0" i="0">
                <a:solidFill>
                  <a:srgbClr val="6C6A64"/>
                </a:solidFill>
                <a:latin typeface="Arial"/>
                <a:ea typeface="Arial"/>
                <a:cs typeface="Arial"/>
              </a:defRPr>
            </a:lvl6pPr>
            <a:lvl7pPr algn="l">
              <a:defRPr sz="660" b="0" i="0">
                <a:solidFill>
                  <a:srgbClr val="6C6A64"/>
                </a:solidFill>
                <a:latin typeface="Arial"/>
                <a:ea typeface="Arial"/>
                <a:cs typeface="Arial"/>
              </a:defRPr>
            </a:lvl7pPr>
            <a:lvl8pPr algn="l">
              <a:defRPr sz="660" b="0" i="0">
                <a:solidFill>
                  <a:srgbClr val="6C6A64"/>
                </a:solidFill>
                <a:latin typeface="Arial"/>
                <a:ea typeface="Arial"/>
                <a:cs typeface="Arial"/>
              </a:defRPr>
            </a:lvl8pPr>
            <a:lvl9pPr algn="l">
              <a:defRPr sz="660" b="0" i="0">
                <a:solidFill>
                  <a:srgbClr val="6C6A64"/>
                </a:solidFill>
                <a:latin typeface="Arial"/>
                <a:ea typeface="Arial"/>
                <a:cs typeface="Arial"/>
              </a:defRPr>
            </a:lvl9pPr>
          </a:lstStyle>
          <a:p xmlns:a="http://schemas.openxmlformats.org/drawingml/2006/main">
            <a:pPr algn="l">
              <a:defRPr sz="660" b="0" i="0">
                <a:solidFill>
                  <a:srgbClr val="6C6A64"/>
                </a:solidFill>
                <a:latin typeface="Arial"/>
                <a:ea typeface="Arial"/>
                <a:cs typeface="Arial"/>
              </a:defRPr>
            </a:pPr>
            <a:r>
              <a:rPr sz="660" b="0" i="0">
                <a:solidFill>
                  <a:srgbClr val="6C6A64"/>
                </a:solidFill>
                <a:latin typeface="Arial"/>
                <a:ea typeface="Arial"/>
                <a:cs typeface="Arial"/>
              </a:rPr>
              <a:t>Initial hand-drawn sketch / 4:5</a:t>
            </a:r>
          </a:p>
        </p:txBody>
      </p:sp>
      <p:sp>
        <p:nvSpPr>
          <p:cNvPr id="9" name="">
            <a:extLst xmlns:a="http://schemas.openxmlformats.org/drawingml/2006/main">
              <a:ext uri="{FF2B5EF4-FFF2-40B4-BE49-F238E27FC236}">
                <a16:creationId xmlns:a16="http://schemas.microsoft.com/office/drawing/2014/main" id="{636BAD29-0AA2-4A25-9C9A-B887FCC5E6FF}"/>
              </a:ext>
            </a:extLst>
          </p:cNvPr>
          <p:cNvSpPr>
            <a:spLocks xmlns:a="http://schemas.openxmlformats.org/drawingml/2006/main" noGrp="1"/>
          </p:cNvSpPr>
          <p:nvPr/>
        </p:nvSpPr>
        <p:spPr>
          <a:xfrm xmlns:a="http://schemas.openxmlformats.org/drawingml/2006/main">
            <a:off x="514350" y="4953000"/>
            <a:ext cx="26670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960" b="0" i="0">
                <a:solidFill>
                  <a:srgbClr val="171715"/>
                </a:solidFill>
                <a:latin typeface="Arial"/>
                <a:ea typeface="Arial"/>
                <a:cs typeface="Arial"/>
              </a:defRPr>
            </a:defPPr>
            <a:lvl1pPr algn="l">
              <a:defRPr sz="960" b="0" i="0">
                <a:solidFill>
                  <a:srgbClr val="171715"/>
                </a:solidFill>
                <a:latin typeface="Arial"/>
                <a:ea typeface="Arial"/>
                <a:cs typeface="Arial"/>
              </a:defRPr>
            </a:lvl1pPr>
            <a:lvl2pPr algn="l">
              <a:defRPr sz="960" b="0" i="0">
                <a:solidFill>
                  <a:srgbClr val="171715"/>
                </a:solidFill>
                <a:latin typeface="Arial"/>
                <a:ea typeface="Arial"/>
                <a:cs typeface="Arial"/>
              </a:defRPr>
            </a:lvl2pPr>
            <a:lvl3pPr algn="l">
              <a:defRPr sz="960" b="0" i="0">
                <a:solidFill>
                  <a:srgbClr val="171715"/>
                </a:solidFill>
                <a:latin typeface="Arial"/>
                <a:ea typeface="Arial"/>
                <a:cs typeface="Arial"/>
              </a:defRPr>
            </a:lvl3pPr>
            <a:lvl4pPr algn="l">
              <a:defRPr sz="960" b="0" i="0">
                <a:solidFill>
                  <a:srgbClr val="171715"/>
                </a:solidFill>
                <a:latin typeface="Arial"/>
                <a:ea typeface="Arial"/>
                <a:cs typeface="Arial"/>
              </a:defRPr>
            </a:lvl4pPr>
            <a:lvl5pPr algn="l">
              <a:defRPr sz="960" b="0" i="0">
                <a:solidFill>
                  <a:srgbClr val="171715"/>
                </a:solidFill>
                <a:latin typeface="Arial"/>
                <a:ea typeface="Arial"/>
                <a:cs typeface="Arial"/>
              </a:defRPr>
            </a:lvl5pPr>
            <a:lvl6pPr algn="l">
              <a:defRPr sz="960" b="0" i="0">
                <a:solidFill>
                  <a:srgbClr val="171715"/>
                </a:solidFill>
                <a:latin typeface="Arial"/>
                <a:ea typeface="Arial"/>
                <a:cs typeface="Arial"/>
              </a:defRPr>
            </a:lvl6pPr>
            <a:lvl7pPr algn="l">
              <a:defRPr sz="960" b="0" i="0">
                <a:solidFill>
                  <a:srgbClr val="171715"/>
                </a:solidFill>
                <a:latin typeface="Arial"/>
                <a:ea typeface="Arial"/>
                <a:cs typeface="Arial"/>
              </a:defRPr>
            </a:lvl7pPr>
            <a:lvl8pPr algn="l">
              <a:defRPr sz="960" b="0" i="0">
                <a:solidFill>
                  <a:srgbClr val="171715"/>
                </a:solidFill>
                <a:latin typeface="Arial"/>
                <a:ea typeface="Arial"/>
                <a:cs typeface="Arial"/>
              </a:defRPr>
            </a:lvl8pPr>
            <a:lvl9pPr algn="l">
              <a:defRPr sz="960" b="0" i="0">
                <a:solidFill>
                  <a:srgbClr val="171715"/>
                </a:solidFill>
                <a:latin typeface="Arial"/>
                <a:ea typeface="Arial"/>
                <a:cs typeface="Arial"/>
              </a:defRPr>
            </a:lvl9pPr>
          </a:lstStyle>
          <a:p xmlns:a="http://schemas.openxmlformats.org/drawingml/2006/main">
            <a:pPr algn="l">
              <a:defRPr sz="960" b="0" i="0">
                <a:solidFill>
                  <a:srgbClr val="171715"/>
                </a:solidFill>
                <a:latin typeface="Arial"/>
                <a:ea typeface="Arial"/>
                <a:cs typeface="Arial"/>
              </a:defRPr>
            </a:pPr>
            <a:r>
              <a:rPr sz="960" b="0" i="0">
                <a:solidFill>
                  <a:srgbClr val="171715"/>
                </a:solidFill>
                <a:latin typeface="Arial"/>
                <a:ea typeface="Arial"/>
                <a:cs typeface="Arial"/>
              </a:rPr>
              <a:t>The open head transforms the mind into a space that can be entered, examined, and occupied. A small headless figure searches within this space, while the '404 NOT FOUND' sign suggests that the system cannot return a stable or complete definition of the self.</a:t>
            </a:r>
          </a:p>
        </p:txBody>
      </p:sp>
      <p:sp>
        <p:nvSpPr>
          <p:cNvPr id="10" name="">
            <a:extLst xmlns:a="http://schemas.openxmlformats.org/drawingml/2006/main">
              <a:ext uri="{FF2B5EF4-FFF2-40B4-BE49-F238E27FC236}">
                <a16:creationId xmlns:a16="http://schemas.microsoft.com/office/drawing/2014/main" id="{F1EC7EC5-3A35-4D54-9FA6-8C1BAAD5306E}"/>
              </a:ext>
            </a:extLst>
          </p:cNvPr>
          <p:cNvSpPr>
            <a:spLocks xmlns:a="http://schemas.openxmlformats.org/drawingml/2006/main" noGrp="1"/>
          </p:cNvSpPr>
          <p:nvPr/>
        </p:nvSpPr>
        <p:spPr>
          <a:xfrm xmlns:a="http://schemas.openxmlformats.org/drawingml/2006/main">
            <a:off x="3524250" y="1390650"/>
            <a:ext cx="228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750" b="1" i="0">
                <a:solidFill>
                  <a:srgbClr val="557A76"/>
                </a:solidFill>
                <a:latin typeface="Arial"/>
                <a:ea typeface="Arial"/>
                <a:cs typeface="Arial"/>
              </a:defRPr>
            </a:defPPr>
            <a:lvl1pPr algn="l">
              <a:defRPr sz="750" b="1" i="0">
                <a:solidFill>
                  <a:srgbClr val="557A76"/>
                </a:solidFill>
                <a:latin typeface="Arial"/>
                <a:ea typeface="Arial"/>
                <a:cs typeface="Arial"/>
              </a:defRPr>
            </a:lvl1pPr>
            <a:lvl2pPr algn="l">
              <a:defRPr sz="750" b="1" i="0">
                <a:solidFill>
                  <a:srgbClr val="557A76"/>
                </a:solidFill>
                <a:latin typeface="Arial"/>
                <a:ea typeface="Arial"/>
                <a:cs typeface="Arial"/>
              </a:defRPr>
            </a:lvl2pPr>
            <a:lvl3pPr algn="l">
              <a:defRPr sz="750" b="1" i="0">
                <a:solidFill>
                  <a:srgbClr val="557A76"/>
                </a:solidFill>
                <a:latin typeface="Arial"/>
                <a:ea typeface="Arial"/>
                <a:cs typeface="Arial"/>
              </a:defRPr>
            </a:lvl3pPr>
            <a:lvl4pPr algn="l">
              <a:defRPr sz="750" b="1" i="0">
                <a:solidFill>
                  <a:srgbClr val="557A76"/>
                </a:solidFill>
                <a:latin typeface="Arial"/>
                <a:ea typeface="Arial"/>
                <a:cs typeface="Arial"/>
              </a:defRPr>
            </a:lvl4pPr>
            <a:lvl5pPr algn="l">
              <a:defRPr sz="750" b="1" i="0">
                <a:solidFill>
                  <a:srgbClr val="557A76"/>
                </a:solidFill>
                <a:latin typeface="Arial"/>
                <a:ea typeface="Arial"/>
                <a:cs typeface="Arial"/>
              </a:defRPr>
            </a:lvl5pPr>
            <a:lvl6pPr algn="l">
              <a:defRPr sz="750" b="1" i="0">
                <a:solidFill>
                  <a:srgbClr val="557A76"/>
                </a:solidFill>
                <a:latin typeface="Arial"/>
                <a:ea typeface="Arial"/>
                <a:cs typeface="Arial"/>
              </a:defRPr>
            </a:lvl6pPr>
            <a:lvl7pPr algn="l">
              <a:defRPr sz="750" b="1" i="0">
                <a:solidFill>
                  <a:srgbClr val="557A76"/>
                </a:solidFill>
                <a:latin typeface="Arial"/>
                <a:ea typeface="Arial"/>
                <a:cs typeface="Arial"/>
              </a:defRPr>
            </a:lvl7pPr>
            <a:lvl8pPr algn="l">
              <a:defRPr sz="750" b="1" i="0">
                <a:solidFill>
                  <a:srgbClr val="557A76"/>
                </a:solidFill>
                <a:latin typeface="Arial"/>
                <a:ea typeface="Arial"/>
                <a:cs typeface="Arial"/>
              </a:defRPr>
            </a:lvl8pPr>
            <a:lvl9pPr algn="l">
              <a:defRPr sz="750" b="1" i="0">
                <a:solidFill>
                  <a:srgbClr val="557A76"/>
                </a:solidFill>
                <a:latin typeface="Arial"/>
                <a:ea typeface="Arial"/>
                <a:cs typeface="Arial"/>
              </a:defRPr>
            </a:lvl9pPr>
          </a:lstStyle>
          <a:p xmlns:a="http://schemas.openxmlformats.org/drawingml/2006/main">
            <a:pPr algn="l">
              <a:defRPr sz="750" b="1" i="0">
                <a:solidFill>
                  <a:srgbClr val="557A76"/>
                </a:solidFill>
                <a:latin typeface="Arial"/>
                <a:ea typeface="Arial"/>
                <a:cs typeface="Arial"/>
              </a:defRPr>
            </a:pPr>
            <a:r>
              <a:rPr sz="750" b="1" i="0">
                <a:solidFill>
                  <a:srgbClr val="557A76"/>
                </a:solidFill>
                <a:latin typeface="Arial"/>
                <a:ea typeface="Arial"/>
                <a:cs typeface="Arial"/>
              </a:rPr>
              <a:t>B</a:t>
            </a:r>
          </a:p>
        </p:txBody>
      </p:sp>
      <p:sp>
        <p:nvSpPr>
          <p:cNvPr id="11" name="">
            <a:extLst xmlns:a="http://schemas.openxmlformats.org/drawingml/2006/main">
              <a:ext uri="{FF2B5EF4-FFF2-40B4-BE49-F238E27FC236}">
                <a16:creationId xmlns:a16="http://schemas.microsoft.com/office/drawing/2014/main" id="{668416B9-DCC5-4E09-91C0-499DC7EF726A}"/>
              </a:ext>
            </a:extLst>
          </p:cNvPr>
          <p:cNvSpPr>
            <a:spLocks xmlns:a="http://schemas.openxmlformats.org/drawingml/2006/main" noGrp="1"/>
          </p:cNvSpPr>
          <p:nvPr/>
        </p:nvSpPr>
        <p:spPr>
          <a:xfrm xmlns:a="http://schemas.openxmlformats.org/drawingml/2006/main">
            <a:off x="3790950" y="1390650"/>
            <a:ext cx="6381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750" b="1" i="0">
                <a:solidFill>
                  <a:srgbClr val="6C6A64"/>
                </a:solidFill>
                <a:latin typeface="Arial"/>
                <a:ea typeface="Arial"/>
                <a:cs typeface="Arial"/>
              </a:defRPr>
            </a:defPPr>
            <a:lvl1pPr algn="l">
              <a:defRPr sz="750" b="1" i="0">
                <a:solidFill>
                  <a:srgbClr val="6C6A64"/>
                </a:solidFill>
                <a:latin typeface="Arial"/>
                <a:ea typeface="Arial"/>
                <a:cs typeface="Arial"/>
              </a:defRPr>
            </a:lvl1pPr>
            <a:lvl2pPr algn="l">
              <a:defRPr sz="750" b="1" i="0">
                <a:solidFill>
                  <a:srgbClr val="6C6A64"/>
                </a:solidFill>
                <a:latin typeface="Arial"/>
                <a:ea typeface="Arial"/>
                <a:cs typeface="Arial"/>
              </a:defRPr>
            </a:lvl2pPr>
            <a:lvl3pPr algn="l">
              <a:defRPr sz="750" b="1" i="0">
                <a:solidFill>
                  <a:srgbClr val="6C6A64"/>
                </a:solidFill>
                <a:latin typeface="Arial"/>
                <a:ea typeface="Arial"/>
                <a:cs typeface="Arial"/>
              </a:defRPr>
            </a:lvl3pPr>
            <a:lvl4pPr algn="l">
              <a:defRPr sz="750" b="1" i="0">
                <a:solidFill>
                  <a:srgbClr val="6C6A64"/>
                </a:solidFill>
                <a:latin typeface="Arial"/>
                <a:ea typeface="Arial"/>
                <a:cs typeface="Arial"/>
              </a:defRPr>
            </a:lvl4pPr>
            <a:lvl5pPr algn="l">
              <a:defRPr sz="750" b="1" i="0">
                <a:solidFill>
                  <a:srgbClr val="6C6A64"/>
                </a:solidFill>
                <a:latin typeface="Arial"/>
                <a:ea typeface="Arial"/>
                <a:cs typeface="Arial"/>
              </a:defRPr>
            </a:lvl5pPr>
            <a:lvl6pPr algn="l">
              <a:defRPr sz="750" b="1" i="0">
                <a:solidFill>
                  <a:srgbClr val="6C6A64"/>
                </a:solidFill>
                <a:latin typeface="Arial"/>
                <a:ea typeface="Arial"/>
                <a:cs typeface="Arial"/>
              </a:defRPr>
            </a:lvl6pPr>
            <a:lvl7pPr algn="l">
              <a:defRPr sz="750" b="1" i="0">
                <a:solidFill>
                  <a:srgbClr val="6C6A64"/>
                </a:solidFill>
                <a:latin typeface="Arial"/>
                <a:ea typeface="Arial"/>
                <a:cs typeface="Arial"/>
              </a:defRPr>
            </a:lvl7pPr>
            <a:lvl8pPr algn="l">
              <a:defRPr sz="750" b="1" i="0">
                <a:solidFill>
                  <a:srgbClr val="6C6A64"/>
                </a:solidFill>
                <a:latin typeface="Arial"/>
                <a:ea typeface="Arial"/>
                <a:cs typeface="Arial"/>
              </a:defRPr>
            </a:lvl8pPr>
            <a:lvl9pPr algn="l">
              <a:defRPr sz="750" b="1" i="0">
                <a:solidFill>
                  <a:srgbClr val="6C6A64"/>
                </a:solidFill>
                <a:latin typeface="Arial"/>
                <a:ea typeface="Arial"/>
                <a:cs typeface="Arial"/>
              </a:defRPr>
            </a:lvl9pPr>
          </a:lstStyle>
          <a:p xmlns:a="http://schemas.openxmlformats.org/drawingml/2006/main">
            <a:pPr algn="l">
              <a:defRPr sz="750" b="1" i="0">
                <a:solidFill>
                  <a:srgbClr val="6C6A64"/>
                </a:solidFill>
                <a:latin typeface="Arial"/>
                <a:ea typeface="Arial"/>
                <a:cs typeface="Arial"/>
              </a:defRPr>
            </a:pPr>
            <a:r>
              <a:rPr sz="750" b="1" i="0">
                <a:solidFill>
                  <a:srgbClr val="6C6A64"/>
                </a:solidFill>
                <a:latin typeface="Arial"/>
                <a:ea typeface="Arial"/>
                <a:cs typeface="Arial"/>
              </a:rPr>
              <a:t>SYMBOL EXPLORATION</a:t>
            </a:r>
          </a:p>
        </p:txBody>
      </p:sp>
      <p:sp>
        <p:nvSpPr>
          <p:cNvPr id="12" name="">
            <a:extLst xmlns:a="http://schemas.openxmlformats.org/drawingml/2006/main">
              <a:ext uri="{FF2B5EF4-FFF2-40B4-BE49-F238E27FC236}">
                <a16:creationId xmlns:a16="http://schemas.microsoft.com/office/drawing/2014/main" id="{1C871EC0-EF94-4738-A7F9-C6A0CF1DE82F}"/>
              </a:ext>
            </a:extLst>
          </p:cNvPr>
          <p:cNvSpPr>
            <a:spLocks xmlns:a="http://schemas.openxmlformats.org/drawingml/2006/main" noGrp="1"/>
          </p:cNvSpPr>
          <p:nvPr/>
        </p:nvSpPr>
        <p:spPr>
          <a:xfrm xmlns:a="http://schemas.openxmlformats.org/drawingml/2006/main">
            <a:off x="3524250" y="1657350"/>
            <a:ext cx="1924050" cy="1162050"/>
          </a:xfrm>
          <a:prstGeom xmlns:a="http://schemas.openxmlformats.org/drawingml/2006/main" prst="rect">
            <a:avLst/>
          </a:prstGeom>
          <a:solidFill xmlns:a="http://schemas.openxmlformats.org/drawingml/2006/main">
            <a:srgbClr val="E8E6E0"/>
          </a:solidFill>
          <a:ln xmlns:a="http://schemas.openxmlformats.org/drawingml/2006/main" w="9525">
            <a:solidFill>
              <a:srgbClr val="B9B6AE"/>
            </a:solidFill>
            <a:prstDash val="solid"/>
          </a:ln>
        </p:spPr>
      </p:sp>
      <p:sp>
        <p:nvSpPr>
          <p:cNvPr id="13" name="">
            <a:extLst xmlns:a="http://schemas.openxmlformats.org/drawingml/2006/main">
              <a:ext uri="{FF2B5EF4-FFF2-40B4-BE49-F238E27FC236}">
                <a16:creationId xmlns:a16="http://schemas.microsoft.com/office/drawing/2014/main" id="{1BC50415-6144-4BC5-97E9-1AE9F84DF0F7}"/>
              </a:ext>
            </a:extLst>
          </p:cNvPr>
          <p:cNvSpPr>
            <a:spLocks xmlns:a="http://schemas.openxmlformats.org/drawingml/2006/main" noGrp="1"/>
          </p:cNvSpPr>
          <p:nvPr/>
        </p:nvSpPr>
        <p:spPr>
          <a:xfrm xmlns:a="http://schemas.openxmlformats.org/drawingml/2006/main">
            <a:off x="3657600" y="1790700"/>
            <a:ext cx="16573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585" b="1" i="0">
                <a:solidFill>
                  <a:srgbClr val="557A76"/>
                </a:solidFill>
                <a:latin typeface="Arial"/>
                <a:ea typeface="Arial"/>
                <a:cs typeface="Arial"/>
              </a:defRPr>
            </a:defPPr>
            <a:lvl1pPr algn="l">
              <a:defRPr sz="585" b="1" i="0">
                <a:solidFill>
                  <a:srgbClr val="557A76"/>
                </a:solidFill>
                <a:latin typeface="Arial"/>
                <a:ea typeface="Arial"/>
                <a:cs typeface="Arial"/>
              </a:defRPr>
            </a:lvl1pPr>
            <a:lvl2pPr algn="l">
              <a:defRPr sz="585" b="1" i="0">
                <a:solidFill>
                  <a:srgbClr val="557A76"/>
                </a:solidFill>
                <a:latin typeface="Arial"/>
                <a:ea typeface="Arial"/>
                <a:cs typeface="Arial"/>
              </a:defRPr>
            </a:lvl2pPr>
            <a:lvl3pPr algn="l">
              <a:defRPr sz="585" b="1" i="0">
                <a:solidFill>
                  <a:srgbClr val="557A76"/>
                </a:solidFill>
                <a:latin typeface="Arial"/>
                <a:ea typeface="Arial"/>
                <a:cs typeface="Arial"/>
              </a:defRPr>
            </a:lvl3pPr>
            <a:lvl4pPr algn="l">
              <a:defRPr sz="585" b="1" i="0">
                <a:solidFill>
                  <a:srgbClr val="557A76"/>
                </a:solidFill>
                <a:latin typeface="Arial"/>
                <a:ea typeface="Arial"/>
                <a:cs typeface="Arial"/>
              </a:defRPr>
            </a:lvl4pPr>
            <a:lvl5pPr algn="l">
              <a:defRPr sz="585" b="1" i="0">
                <a:solidFill>
                  <a:srgbClr val="557A76"/>
                </a:solidFill>
                <a:latin typeface="Arial"/>
                <a:ea typeface="Arial"/>
                <a:cs typeface="Arial"/>
              </a:defRPr>
            </a:lvl5pPr>
            <a:lvl6pPr algn="l">
              <a:defRPr sz="585" b="1" i="0">
                <a:solidFill>
                  <a:srgbClr val="557A76"/>
                </a:solidFill>
                <a:latin typeface="Arial"/>
                <a:ea typeface="Arial"/>
                <a:cs typeface="Arial"/>
              </a:defRPr>
            </a:lvl6pPr>
            <a:lvl7pPr algn="l">
              <a:defRPr sz="585" b="1" i="0">
                <a:solidFill>
                  <a:srgbClr val="557A76"/>
                </a:solidFill>
                <a:latin typeface="Arial"/>
                <a:ea typeface="Arial"/>
                <a:cs typeface="Arial"/>
              </a:defRPr>
            </a:lvl7pPr>
            <a:lvl8pPr algn="l">
              <a:defRPr sz="585" b="1" i="0">
                <a:solidFill>
                  <a:srgbClr val="557A76"/>
                </a:solidFill>
                <a:latin typeface="Arial"/>
                <a:ea typeface="Arial"/>
                <a:cs typeface="Arial"/>
              </a:defRPr>
            </a:lvl8pPr>
            <a:lvl9pPr algn="l">
              <a:defRPr sz="585" b="1" i="0">
                <a:solidFill>
                  <a:srgbClr val="557A76"/>
                </a:solidFill>
                <a:latin typeface="Arial"/>
                <a:ea typeface="Arial"/>
                <a:cs typeface="Arial"/>
              </a:defRPr>
            </a:lvl9pPr>
          </a:lstStyle>
          <a:p xmlns:a="http://schemas.openxmlformats.org/drawingml/2006/main">
            <a:pPr algn="l">
              <a:defRPr sz="585" b="1" i="0">
                <a:solidFill>
                  <a:srgbClr val="557A76"/>
                </a:solidFill>
                <a:latin typeface="Arial"/>
                <a:ea typeface="Arial"/>
                <a:cs typeface="Arial"/>
              </a:defRPr>
            </a:pPr>
            <a:r>
              <a:rPr sz="585" b="1" i="0">
                <a:solidFill>
                  <a:srgbClr val="557A76"/>
                </a:solidFill>
                <a:latin typeface="Arial"/>
                <a:ea typeface="Arial"/>
                <a:cs typeface="Arial"/>
              </a:rPr>
              <a:t>ASSET NEEDED</a:t>
            </a:r>
          </a:p>
        </p:txBody>
      </p:sp>
      <p:sp>
        <p:nvSpPr>
          <p:cNvPr id="14" name="">
            <a:extLst xmlns:a="http://schemas.openxmlformats.org/drawingml/2006/main">
              <a:ext uri="{FF2B5EF4-FFF2-40B4-BE49-F238E27FC236}">
                <a16:creationId xmlns:a16="http://schemas.microsoft.com/office/drawing/2014/main" id="{737A8D0F-2E2A-43E2-9D0F-D689049090E6}"/>
              </a:ext>
            </a:extLst>
          </p:cNvPr>
          <p:cNvSpPr>
            <a:spLocks xmlns:a="http://schemas.openxmlformats.org/drawingml/2006/main" noGrp="1"/>
          </p:cNvSpPr>
          <p:nvPr/>
        </p:nvSpPr>
        <p:spPr>
          <a:xfrm xmlns:a="http://schemas.openxmlformats.org/drawingml/2006/main">
            <a:off x="3657600" y="212217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975" b="0" i="0">
                <a:solidFill>
                  <a:srgbClr val="171715"/>
                </a:solidFill>
                <a:latin typeface="Georgia"/>
                <a:ea typeface="Georgia"/>
                <a:cs typeface="Georgia"/>
              </a:defRPr>
            </a:defPPr>
            <a:lvl1pPr algn="l">
              <a:defRPr sz="975" b="0" i="0">
                <a:solidFill>
                  <a:srgbClr val="171715"/>
                </a:solidFill>
                <a:latin typeface="Georgia"/>
                <a:ea typeface="Georgia"/>
                <a:cs typeface="Georgia"/>
              </a:defRPr>
            </a:lvl1pPr>
            <a:lvl2pPr algn="l">
              <a:defRPr sz="975" b="0" i="0">
                <a:solidFill>
                  <a:srgbClr val="171715"/>
                </a:solidFill>
                <a:latin typeface="Georgia"/>
                <a:ea typeface="Georgia"/>
                <a:cs typeface="Georgia"/>
              </a:defRPr>
            </a:lvl2pPr>
            <a:lvl3pPr algn="l">
              <a:defRPr sz="975" b="0" i="0">
                <a:solidFill>
                  <a:srgbClr val="171715"/>
                </a:solidFill>
                <a:latin typeface="Georgia"/>
                <a:ea typeface="Georgia"/>
                <a:cs typeface="Georgia"/>
              </a:defRPr>
            </a:lvl3pPr>
            <a:lvl4pPr algn="l">
              <a:defRPr sz="975" b="0" i="0">
                <a:solidFill>
                  <a:srgbClr val="171715"/>
                </a:solidFill>
                <a:latin typeface="Georgia"/>
                <a:ea typeface="Georgia"/>
                <a:cs typeface="Georgia"/>
              </a:defRPr>
            </a:lvl4pPr>
            <a:lvl5pPr algn="l">
              <a:defRPr sz="975" b="0" i="0">
                <a:solidFill>
                  <a:srgbClr val="171715"/>
                </a:solidFill>
                <a:latin typeface="Georgia"/>
                <a:ea typeface="Georgia"/>
                <a:cs typeface="Georgia"/>
              </a:defRPr>
            </a:lvl5pPr>
            <a:lvl6pPr algn="l">
              <a:defRPr sz="975" b="0" i="0">
                <a:solidFill>
                  <a:srgbClr val="171715"/>
                </a:solidFill>
                <a:latin typeface="Georgia"/>
                <a:ea typeface="Georgia"/>
                <a:cs typeface="Georgia"/>
              </a:defRPr>
            </a:lvl6pPr>
            <a:lvl7pPr algn="l">
              <a:defRPr sz="975" b="0" i="0">
                <a:solidFill>
                  <a:srgbClr val="171715"/>
                </a:solidFill>
                <a:latin typeface="Georgia"/>
                <a:ea typeface="Georgia"/>
                <a:cs typeface="Georgia"/>
              </a:defRPr>
            </a:lvl7pPr>
            <a:lvl8pPr algn="l">
              <a:defRPr sz="975" b="0" i="0">
                <a:solidFill>
                  <a:srgbClr val="171715"/>
                </a:solidFill>
                <a:latin typeface="Georgia"/>
                <a:ea typeface="Georgia"/>
                <a:cs typeface="Georgia"/>
              </a:defRPr>
            </a:lvl8pPr>
            <a:lvl9pPr algn="l">
              <a:defRPr sz="975" b="0" i="0">
                <a:solidFill>
                  <a:srgbClr val="171715"/>
                </a:solidFill>
                <a:latin typeface="Georgia"/>
                <a:ea typeface="Georgia"/>
                <a:cs typeface="Georgia"/>
              </a:defRPr>
            </a:lvl9pPr>
          </a:lstStyle>
          <a:p xmlns:a="http://schemas.openxmlformats.org/drawingml/2006/main">
            <a:pPr algn="l">
              <a:defRPr sz="975" b="0" i="0">
                <a:solidFill>
                  <a:srgbClr val="171715"/>
                </a:solidFill>
                <a:latin typeface="Georgia"/>
                <a:ea typeface="Georgia"/>
                <a:cs typeface="Georgia"/>
              </a:defRPr>
            </a:pPr>
            <a:r>
              <a:rPr sz="975" b="0" i="0">
                <a:solidFill>
                  <a:srgbClr val="171715"/>
                </a:solidFill>
                <a:latin typeface="Georgia"/>
                <a:ea typeface="Georgia"/>
                <a:cs typeface="Georgia"/>
              </a:rPr>
              <a:t>Plugs / cables</a:t>
            </a:r>
          </a:p>
        </p:txBody>
      </p:sp>
      <p:sp>
        <p:nvSpPr>
          <p:cNvPr id="15" name="">
            <a:extLst xmlns:a="http://schemas.openxmlformats.org/drawingml/2006/main">
              <a:ext uri="{FF2B5EF4-FFF2-40B4-BE49-F238E27FC236}">
                <a16:creationId xmlns:a16="http://schemas.microsoft.com/office/drawing/2014/main" id="{EBB77B85-9570-4289-A9DC-E8F59300036B}"/>
              </a:ext>
            </a:extLst>
          </p:cNvPr>
          <p:cNvSpPr>
            <a:spLocks xmlns:a="http://schemas.openxmlformats.org/drawingml/2006/main" noGrp="1"/>
          </p:cNvSpPr>
          <p:nvPr/>
        </p:nvSpPr>
        <p:spPr>
          <a:xfrm xmlns:a="http://schemas.openxmlformats.org/drawingml/2006/main">
            <a:off x="3657600" y="2457450"/>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585" b="0" i="0">
                <a:solidFill>
                  <a:srgbClr val="6C6A64"/>
                </a:solidFill>
                <a:latin typeface="Arial"/>
                <a:ea typeface="Arial"/>
                <a:cs typeface="Arial"/>
              </a:defRPr>
            </a:defPPr>
            <a:lvl1pPr algn="l">
              <a:defRPr sz="585" b="0" i="0">
                <a:solidFill>
                  <a:srgbClr val="6C6A64"/>
                </a:solidFill>
                <a:latin typeface="Arial"/>
                <a:ea typeface="Arial"/>
                <a:cs typeface="Arial"/>
              </a:defRPr>
            </a:lvl1pPr>
            <a:lvl2pPr algn="l">
              <a:defRPr sz="585" b="0" i="0">
                <a:solidFill>
                  <a:srgbClr val="6C6A64"/>
                </a:solidFill>
                <a:latin typeface="Arial"/>
                <a:ea typeface="Arial"/>
                <a:cs typeface="Arial"/>
              </a:defRPr>
            </a:lvl2pPr>
            <a:lvl3pPr algn="l">
              <a:defRPr sz="585" b="0" i="0">
                <a:solidFill>
                  <a:srgbClr val="6C6A64"/>
                </a:solidFill>
                <a:latin typeface="Arial"/>
                <a:ea typeface="Arial"/>
                <a:cs typeface="Arial"/>
              </a:defRPr>
            </a:lvl3pPr>
            <a:lvl4pPr algn="l">
              <a:defRPr sz="585" b="0" i="0">
                <a:solidFill>
                  <a:srgbClr val="6C6A64"/>
                </a:solidFill>
                <a:latin typeface="Arial"/>
                <a:ea typeface="Arial"/>
                <a:cs typeface="Arial"/>
              </a:defRPr>
            </a:lvl4pPr>
            <a:lvl5pPr algn="l">
              <a:defRPr sz="585" b="0" i="0">
                <a:solidFill>
                  <a:srgbClr val="6C6A64"/>
                </a:solidFill>
                <a:latin typeface="Arial"/>
                <a:ea typeface="Arial"/>
                <a:cs typeface="Arial"/>
              </a:defRPr>
            </a:lvl5pPr>
            <a:lvl6pPr algn="l">
              <a:defRPr sz="585" b="0" i="0">
                <a:solidFill>
                  <a:srgbClr val="6C6A64"/>
                </a:solidFill>
                <a:latin typeface="Arial"/>
                <a:ea typeface="Arial"/>
                <a:cs typeface="Arial"/>
              </a:defRPr>
            </a:lvl6pPr>
            <a:lvl7pPr algn="l">
              <a:defRPr sz="585" b="0" i="0">
                <a:solidFill>
                  <a:srgbClr val="6C6A64"/>
                </a:solidFill>
                <a:latin typeface="Arial"/>
                <a:ea typeface="Arial"/>
                <a:cs typeface="Arial"/>
              </a:defRPr>
            </a:lvl7pPr>
            <a:lvl8pPr algn="l">
              <a:defRPr sz="585" b="0" i="0">
                <a:solidFill>
                  <a:srgbClr val="6C6A64"/>
                </a:solidFill>
                <a:latin typeface="Arial"/>
                <a:ea typeface="Arial"/>
                <a:cs typeface="Arial"/>
              </a:defRPr>
            </a:lvl8pPr>
            <a:lvl9pPr algn="l">
              <a:defRPr sz="585" b="0" i="0">
                <a:solidFill>
                  <a:srgbClr val="6C6A64"/>
                </a:solidFill>
                <a:latin typeface="Arial"/>
                <a:ea typeface="Arial"/>
                <a:cs typeface="Arial"/>
              </a:defRPr>
            </a:lvl9pPr>
          </a:lstStyle>
          <a:p xmlns:a="http://schemas.openxmlformats.org/drawingml/2006/main">
            <a:pPr algn="l">
              <a:defRPr sz="585" b="0" i="0">
                <a:solidFill>
                  <a:srgbClr val="6C6A64"/>
                </a:solidFill>
                <a:latin typeface="Arial"/>
                <a:ea typeface="Arial"/>
                <a:cs typeface="Arial"/>
              </a:defRPr>
            </a:pPr>
            <a:r>
              <a:rPr sz="585" b="0" i="0">
                <a:solidFill>
                  <a:srgbClr val="6C6A64"/>
                </a:solidFill>
                <a:latin typeface="Arial"/>
                <a:ea typeface="Arial"/>
                <a:cs typeface="Arial"/>
              </a:rPr>
              <a:t>mismatched interfaces; cables as nerves</a:t>
            </a:r>
          </a:p>
        </p:txBody>
      </p:sp>
      <p:sp>
        <p:nvSpPr>
          <p:cNvPr id="16" name="">
            <a:extLst xmlns:a="http://schemas.openxmlformats.org/drawingml/2006/main">
              <a:ext uri="{FF2B5EF4-FFF2-40B4-BE49-F238E27FC236}">
                <a16:creationId xmlns:a16="http://schemas.microsoft.com/office/drawing/2014/main" id="{16A2B9DF-E034-4A30-9F72-142832FFE93C}"/>
              </a:ext>
            </a:extLst>
          </p:cNvPr>
          <p:cNvSpPr>
            <a:spLocks xmlns:a="http://schemas.openxmlformats.org/drawingml/2006/main" noGrp="1"/>
          </p:cNvSpPr>
          <p:nvPr/>
        </p:nvSpPr>
        <p:spPr>
          <a:xfrm xmlns:a="http://schemas.openxmlformats.org/drawingml/2006/main">
            <a:off x="5676900" y="1657350"/>
            <a:ext cx="1924050" cy="1162050"/>
          </a:xfrm>
          <a:prstGeom xmlns:a="http://schemas.openxmlformats.org/drawingml/2006/main" prst="rect">
            <a:avLst/>
          </a:prstGeom>
          <a:solidFill xmlns:a="http://schemas.openxmlformats.org/drawingml/2006/main">
            <a:srgbClr val="E8E6E0"/>
          </a:solidFill>
          <a:ln xmlns:a="http://schemas.openxmlformats.org/drawingml/2006/main" w="9525">
            <a:solidFill>
              <a:srgbClr val="B9B6AE"/>
            </a:solidFill>
            <a:prstDash val="solid"/>
          </a:ln>
        </p:spPr>
      </p:sp>
      <p:sp>
        <p:nvSpPr>
          <p:cNvPr id="17" name="">
            <a:extLst xmlns:a="http://schemas.openxmlformats.org/drawingml/2006/main">
              <a:ext uri="{FF2B5EF4-FFF2-40B4-BE49-F238E27FC236}">
                <a16:creationId xmlns:a16="http://schemas.microsoft.com/office/drawing/2014/main" id="{025DA221-3201-4B19-BC36-72C0E9F674A3}"/>
              </a:ext>
            </a:extLst>
          </p:cNvPr>
          <p:cNvSpPr>
            <a:spLocks xmlns:a="http://schemas.openxmlformats.org/drawingml/2006/main" noGrp="1"/>
          </p:cNvSpPr>
          <p:nvPr/>
        </p:nvSpPr>
        <p:spPr>
          <a:xfrm xmlns:a="http://schemas.openxmlformats.org/drawingml/2006/main">
            <a:off x="5810250" y="1790700"/>
            <a:ext cx="16573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585" b="1" i="0">
                <a:solidFill>
                  <a:srgbClr val="557A76"/>
                </a:solidFill>
                <a:latin typeface="Arial"/>
                <a:ea typeface="Arial"/>
                <a:cs typeface="Arial"/>
              </a:defRPr>
            </a:defPPr>
            <a:lvl1pPr algn="l">
              <a:defRPr sz="585" b="1" i="0">
                <a:solidFill>
                  <a:srgbClr val="557A76"/>
                </a:solidFill>
                <a:latin typeface="Arial"/>
                <a:ea typeface="Arial"/>
                <a:cs typeface="Arial"/>
              </a:defRPr>
            </a:lvl1pPr>
            <a:lvl2pPr algn="l">
              <a:defRPr sz="585" b="1" i="0">
                <a:solidFill>
                  <a:srgbClr val="557A76"/>
                </a:solidFill>
                <a:latin typeface="Arial"/>
                <a:ea typeface="Arial"/>
                <a:cs typeface="Arial"/>
              </a:defRPr>
            </a:lvl2pPr>
            <a:lvl3pPr algn="l">
              <a:defRPr sz="585" b="1" i="0">
                <a:solidFill>
                  <a:srgbClr val="557A76"/>
                </a:solidFill>
                <a:latin typeface="Arial"/>
                <a:ea typeface="Arial"/>
                <a:cs typeface="Arial"/>
              </a:defRPr>
            </a:lvl3pPr>
            <a:lvl4pPr algn="l">
              <a:defRPr sz="585" b="1" i="0">
                <a:solidFill>
                  <a:srgbClr val="557A76"/>
                </a:solidFill>
                <a:latin typeface="Arial"/>
                <a:ea typeface="Arial"/>
                <a:cs typeface="Arial"/>
              </a:defRPr>
            </a:lvl4pPr>
            <a:lvl5pPr algn="l">
              <a:defRPr sz="585" b="1" i="0">
                <a:solidFill>
                  <a:srgbClr val="557A76"/>
                </a:solidFill>
                <a:latin typeface="Arial"/>
                <a:ea typeface="Arial"/>
                <a:cs typeface="Arial"/>
              </a:defRPr>
            </a:lvl5pPr>
            <a:lvl6pPr algn="l">
              <a:defRPr sz="585" b="1" i="0">
                <a:solidFill>
                  <a:srgbClr val="557A76"/>
                </a:solidFill>
                <a:latin typeface="Arial"/>
                <a:ea typeface="Arial"/>
                <a:cs typeface="Arial"/>
              </a:defRPr>
            </a:lvl6pPr>
            <a:lvl7pPr algn="l">
              <a:defRPr sz="585" b="1" i="0">
                <a:solidFill>
                  <a:srgbClr val="557A76"/>
                </a:solidFill>
                <a:latin typeface="Arial"/>
                <a:ea typeface="Arial"/>
                <a:cs typeface="Arial"/>
              </a:defRPr>
            </a:lvl7pPr>
            <a:lvl8pPr algn="l">
              <a:defRPr sz="585" b="1" i="0">
                <a:solidFill>
                  <a:srgbClr val="557A76"/>
                </a:solidFill>
                <a:latin typeface="Arial"/>
                <a:ea typeface="Arial"/>
                <a:cs typeface="Arial"/>
              </a:defRPr>
            </a:lvl8pPr>
            <a:lvl9pPr algn="l">
              <a:defRPr sz="585" b="1" i="0">
                <a:solidFill>
                  <a:srgbClr val="557A76"/>
                </a:solidFill>
                <a:latin typeface="Arial"/>
                <a:ea typeface="Arial"/>
                <a:cs typeface="Arial"/>
              </a:defRPr>
            </a:lvl9pPr>
          </a:lstStyle>
          <a:p xmlns:a="http://schemas.openxmlformats.org/drawingml/2006/main">
            <a:pPr algn="l">
              <a:defRPr sz="585" b="1" i="0">
                <a:solidFill>
                  <a:srgbClr val="557A76"/>
                </a:solidFill>
                <a:latin typeface="Arial"/>
                <a:ea typeface="Arial"/>
                <a:cs typeface="Arial"/>
              </a:defRPr>
            </a:pPr>
            <a:r>
              <a:rPr sz="585" b="1" i="0">
                <a:solidFill>
                  <a:srgbClr val="557A76"/>
                </a:solidFill>
                <a:latin typeface="Arial"/>
                <a:ea typeface="Arial"/>
                <a:cs typeface="Arial"/>
              </a:rPr>
              <a:t>ASSET NEEDED</a:t>
            </a:r>
          </a:p>
        </p:txBody>
      </p:sp>
      <p:sp>
        <p:nvSpPr>
          <p:cNvPr id="18" name="">
            <a:extLst xmlns:a="http://schemas.openxmlformats.org/drawingml/2006/main">
              <a:ext uri="{FF2B5EF4-FFF2-40B4-BE49-F238E27FC236}">
                <a16:creationId xmlns:a16="http://schemas.microsoft.com/office/drawing/2014/main" id="{4FEE9761-ABEC-41CE-8C85-06AEA00A4EC4}"/>
              </a:ext>
            </a:extLst>
          </p:cNvPr>
          <p:cNvSpPr>
            <a:spLocks xmlns:a="http://schemas.openxmlformats.org/drawingml/2006/main" noGrp="1"/>
          </p:cNvSpPr>
          <p:nvPr/>
        </p:nvSpPr>
        <p:spPr>
          <a:xfrm xmlns:a="http://schemas.openxmlformats.org/drawingml/2006/main">
            <a:off x="5810250" y="212217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975" b="0" i="0">
                <a:solidFill>
                  <a:srgbClr val="171715"/>
                </a:solidFill>
                <a:latin typeface="Georgia"/>
                <a:ea typeface="Georgia"/>
                <a:cs typeface="Georgia"/>
              </a:defRPr>
            </a:defPPr>
            <a:lvl1pPr algn="l">
              <a:defRPr sz="975" b="0" i="0">
                <a:solidFill>
                  <a:srgbClr val="171715"/>
                </a:solidFill>
                <a:latin typeface="Georgia"/>
                <a:ea typeface="Georgia"/>
                <a:cs typeface="Georgia"/>
              </a:defRPr>
            </a:lvl1pPr>
            <a:lvl2pPr algn="l">
              <a:defRPr sz="975" b="0" i="0">
                <a:solidFill>
                  <a:srgbClr val="171715"/>
                </a:solidFill>
                <a:latin typeface="Georgia"/>
                <a:ea typeface="Georgia"/>
                <a:cs typeface="Georgia"/>
              </a:defRPr>
            </a:lvl2pPr>
            <a:lvl3pPr algn="l">
              <a:defRPr sz="975" b="0" i="0">
                <a:solidFill>
                  <a:srgbClr val="171715"/>
                </a:solidFill>
                <a:latin typeface="Georgia"/>
                <a:ea typeface="Georgia"/>
                <a:cs typeface="Georgia"/>
              </a:defRPr>
            </a:lvl3pPr>
            <a:lvl4pPr algn="l">
              <a:defRPr sz="975" b="0" i="0">
                <a:solidFill>
                  <a:srgbClr val="171715"/>
                </a:solidFill>
                <a:latin typeface="Georgia"/>
                <a:ea typeface="Georgia"/>
                <a:cs typeface="Georgia"/>
              </a:defRPr>
            </a:lvl4pPr>
            <a:lvl5pPr algn="l">
              <a:defRPr sz="975" b="0" i="0">
                <a:solidFill>
                  <a:srgbClr val="171715"/>
                </a:solidFill>
                <a:latin typeface="Georgia"/>
                <a:ea typeface="Georgia"/>
                <a:cs typeface="Georgia"/>
              </a:defRPr>
            </a:lvl5pPr>
            <a:lvl6pPr algn="l">
              <a:defRPr sz="975" b="0" i="0">
                <a:solidFill>
                  <a:srgbClr val="171715"/>
                </a:solidFill>
                <a:latin typeface="Georgia"/>
                <a:ea typeface="Georgia"/>
                <a:cs typeface="Georgia"/>
              </a:defRPr>
            </a:lvl6pPr>
            <a:lvl7pPr algn="l">
              <a:defRPr sz="975" b="0" i="0">
                <a:solidFill>
                  <a:srgbClr val="171715"/>
                </a:solidFill>
                <a:latin typeface="Georgia"/>
                <a:ea typeface="Georgia"/>
                <a:cs typeface="Georgia"/>
              </a:defRPr>
            </a:lvl7pPr>
            <a:lvl8pPr algn="l">
              <a:defRPr sz="975" b="0" i="0">
                <a:solidFill>
                  <a:srgbClr val="171715"/>
                </a:solidFill>
                <a:latin typeface="Georgia"/>
                <a:ea typeface="Georgia"/>
                <a:cs typeface="Georgia"/>
              </a:defRPr>
            </a:lvl8pPr>
            <a:lvl9pPr algn="l">
              <a:defRPr sz="975" b="0" i="0">
                <a:solidFill>
                  <a:srgbClr val="171715"/>
                </a:solidFill>
                <a:latin typeface="Georgia"/>
                <a:ea typeface="Georgia"/>
                <a:cs typeface="Georgia"/>
              </a:defRPr>
            </a:lvl9pPr>
          </a:lstStyle>
          <a:p xmlns:a="http://schemas.openxmlformats.org/drawingml/2006/main">
            <a:pPr algn="l">
              <a:defRPr sz="975" b="0" i="0">
                <a:solidFill>
                  <a:srgbClr val="171715"/>
                </a:solidFill>
                <a:latin typeface="Georgia"/>
                <a:ea typeface="Georgia"/>
                <a:cs typeface="Georgia"/>
              </a:defRPr>
            </a:pPr>
            <a:r>
              <a:rPr sz="975" b="0" i="0">
                <a:solidFill>
                  <a:srgbClr val="171715"/>
                </a:solidFill>
                <a:latin typeface="Georgia"/>
                <a:ea typeface="Georgia"/>
                <a:cs typeface="Georgia"/>
              </a:rPr>
              <a:t>Signs / windows</a:t>
            </a:r>
          </a:p>
        </p:txBody>
      </p:sp>
      <p:sp>
        <p:nvSpPr>
          <p:cNvPr id="19" name="">
            <a:extLst xmlns:a="http://schemas.openxmlformats.org/drawingml/2006/main">
              <a:ext uri="{FF2B5EF4-FFF2-40B4-BE49-F238E27FC236}">
                <a16:creationId xmlns:a16="http://schemas.microsoft.com/office/drawing/2014/main" id="{0183645A-511A-42A9-86E1-1BB750546A55}"/>
              </a:ext>
            </a:extLst>
          </p:cNvPr>
          <p:cNvSpPr>
            <a:spLocks xmlns:a="http://schemas.openxmlformats.org/drawingml/2006/main" noGrp="1"/>
          </p:cNvSpPr>
          <p:nvPr/>
        </p:nvSpPr>
        <p:spPr>
          <a:xfrm xmlns:a="http://schemas.openxmlformats.org/drawingml/2006/main">
            <a:off x="5810250" y="2457450"/>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585" b="0" i="0">
                <a:solidFill>
                  <a:srgbClr val="6C6A64"/>
                </a:solidFill>
                <a:latin typeface="Arial"/>
                <a:ea typeface="Arial"/>
                <a:cs typeface="Arial"/>
              </a:defRPr>
            </a:defPPr>
            <a:lvl1pPr algn="l">
              <a:defRPr sz="585" b="0" i="0">
                <a:solidFill>
                  <a:srgbClr val="6C6A64"/>
                </a:solidFill>
                <a:latin typeface="Arial"/>
                <a:ea typeface="Arial"/>
                <a:cs typeface="Arial"/>
              </a:defRPr>
            </a:lvl1pPr>
            <a:lvl2pPr algn="l">
              <a:defRPr sz="585" b="0" i="0">
                <a:solidFill>
                  <a:srgbClr val="6C6A64"/>
                </a:solidFill>
                <a:latin typeface="Arial"/>
                <a:ea typeface="Arial"/>
                <a:cs typeface="Arial"/>
              </a:defRPr>
            </a:lvl2pPr>
            <a:lvl3pPr algn="l">
              <a:defRPr sz="585" b="0" i="0">
                <a:solidFill>
                  <a:srgbClr val="6C6A64"/>
                </a:solidFill>
                <a:latin typeface="Arial"/>
                <a:ea typeface="Arial"/>
                <a:cs typeface="Arial"/>
              </a:defRPr>
            </a:lvl3pPr>
            <a:lvl4pPr algn="l">
              <a:defRPr sz="585" b="0" i="0">
                <a:solidFill>
                  <a:srgbClr val="6C6A64"/>
                </a:solidFill>
                <a:latin typeface="Arial"/>
                <a:ea typeface="Arial"/>
                <a:cs typeface="Arial"/>
              </a:defRPr>
            </a:lvl4pPr>
            <a:lvl5pPr algn="l">
              <a:defRPr sz="585" b="0" i="0">
                <a:solidFill>
                  <a:srgbClr val="6C6A64"/>
                </a:solidFill>
                <a:latin typeface="Arial"/>
                <a:ea typeface="Arial"/>
                <a:cs typeface="Arial"/>
              </a:defRPr>
            </a:lvl5pPr>
            <a:lvl6pPr algn="l">
              <a:defRPr sz="585" b="0" i="0">
                <a:solidFill>
                  <a:srgbClr val="6C6A64"/>
                </a:solidFill>
                <a:latin typeface="Arial"/>
                <a:ea typeface="Arial"/>
                <a:cs typeface="Arial"/>
              </a:defRPr>
            </a:lvl6pPr>
            <a:lvl7pPr algn="l">
              <a:defRPr sz="585" b="0" i="0">
                <a:solidFill>
                  <a:srgbClr val="6C6A64"/>
                </a:solidFill>
                <a:latin typeface="Arial"/>
                <a:ea typeface="Arial"/>
                <a:cs typeface="Arial"/>
              </a:defRPr>
            </a:lvl7pPr>
            <a:lvl8pPr algn="l">
              <a:defRPr sz="585" b="0" i="0">
                <a:solidFill>
                  <a:srgbClr val="6C6A64"/>
                </a:solidFill>
                <a:latin typeface="Arial"/>
                <a:ea typeface="Arial"/>
                <a:cs typeface="Arial"/>
              </a:defRPr>
            </a:lvl8pPr>
            <a:lvl9pPr algn="l">
              <a:defRPr sz="585" b="0" i="0">
                <a:solidFill>
                  <a:srgbClr val="6C6A64"/>
                </a:solidFill>
                <a:latin typeface="Arial"/>
                <a:ea typeface="Arial"/>
                <a:cs typeface="Arial"/>
              </a:defRPr>
            </a:lvl9pPr>
          </a:lstStyle>
          <a:p xmlns:a="http://schemas.openxmlformats.org/drawingml/2006/main">
            <a:pPr algn="l">
              <a:defRPr sz="585" b="0" i="0">
                <a:solidFill>
                  <a:srgbClr val="6C6A64"/>
                </a:solidFill>
                <a:latin typeface="Arial"/>
                <a:ea typeface="Arial"/>
                <a:cs typeface="Arial"/>
              </a:defRPr>
            </a:pPr>
            <a:r>
              <a:rPr sz="585" b="0" i="0">
                <a:solidFill>
                  <a:srgbClr val="6C6A64"/>
                </a:solidFill>
                <a:latin typeface="Arial"/>
                <a:ea typeface="Arial"/>
                <a:cs typeface="Arial"/>
              </a:rPr>
              <a:t>conflicting directions; fragmented feeds</a:t>
            </a:r>
          </a:p>
        </p:txBody>
      </p:sp>
      <p:sp>
        <p:nvSpPr>
          <p:cNvPr id="20" name="">
            <a:extLst xmlns:a="http://schemas.openxmlformats.org/drawingml/2006/main">
              <a:ext uri="{FF2B5EF4-FFF2-40B4-BE49-F238E27FC236}">
                <a16:creationId xmlns:a16="http://schemas.microsoft.com/office/drawing/2014/main" id="{0F2324AD-A563-4967-BCA2-EA0775A43823}"/>
              </a:ext>
            </a:extLst>
          </p:cNvPr>
          <p:cNvSpPr>
            <a:spLocks xmlns:a="http://schemas.openxmlformats.org/drawingml/2006/main" noGrp="1"/>
          </p:cNvSpPr>
          <p:nvPr/>
        </p:nvSpPr>
        <p:spPr>
          <a:xfrm xmlns:a="http://schemas.openxmlformats.org/drawingml/2006/main">
            <a:off x="7829550" y="1657350"/>
            <a:ext cx="1924050" cy="1162050"/>
          </a:xfrm>
          <a:prstGeom xmlns:a="http://schemas.openxmlformats.org/drawingml/2006/main" prst="rect">
            <a:avLst/>
          </a:prstGeom>
          <a:solidFill xmlns:a="http://schemas.openxmlformats.org/drawingml/2006/main">
            <a:srgbClr val="E8E6E0"/>
          </a:solidFill>
          <a:ln xmlns:a="http://schemas.openxmlformats.org/drawingml/2006/main" w="9525">
            <a:solidFill>
              <a:srgbClr val="B9B6AE"/>
            </a:solidFill>
            <a:prstDash val="solid"/>
          </a:ln>
        </p:spPr>
      </p:sp>
      <p:sp>
        <p:nvSpPr>
          <p:cNvPr id="21" name="">
            <a:extLst xmlns:a="http://schemas.openxmlformats.org/drawingml/2006/main">
              <a:ext uri="{FF2B5EF4-FFF2-40B4-BE49-F238E27FC236}">
                <a16:creationId xmlns:a16="http://schemas.microsoft.com/office/drawing/2014/main" id="{A7311E5B-DBE4-4672-BB99-DABFD67A2626}"/>
              </a:ext>
            </a:extLst>
          </p:cNvPr>
          <p:cNvSpPr>
            <a:spLocks xmlns:a="http://schemas.openxmlformats.org/drawingml/2006/main" noGrp="1"/>
          </p:cNvSpPr>
          <p:nvPr/>
        </p:nvSpPr>
        <p:spPr>
          <a:xfrm xmlns:a="http://schemas.openxmlformats.org/drawingml/2006/main">
            <a:off x="7962900" y="1790700"/>
            <a:ext cx="16573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585" b="1" i="0">
                <a:solidFill>
                  <a:srgbClr val="557A76"/>
                </a:solidFill>
                <a:latin typeface="Arial"/>
                <a:ea typeface="Arial"/>
                <a:cs typeface="Arial"/>
              </a:defRPr>
            </a:defPPr>
            <a:lvl1pPr algn="l">
              <a:defRPr sz="585" b="1" i="0">
                <a:solidFill>
                  <a:srgbClr val="557A76"/>
                </a:solidFill>
                <a:latin typeface="Arial"/>
                <a:ea typeface="Arial"/>
                <a:cs typeface="Arial"/>
              </a:defRPr>
            </a:lvl1pPr>
            <a:lvl2pPr algn="l">
              <a:defRPr sz="585" b="1" i="0">
                <a:solidFill>
                  <a:srgbClr val="557A76"/>
                </a:solidFill>
                <a:latin typeface="Arial"/>
                <a:ea typeface="Arial"/>
                <a:cs typeface="Arial"/>
              </a:defRPr>
            </a:lvl2pPr>
            <a:lvl3pPr algn="l">
              <a:defRPr sz="585" b="1" i="0">
                <a:solidFill>
                  <a:srgbClr val="557A76"/>
                </a:solidFill>
                <a:latin typeface="Arial"/>
                <a:ea typeface="Arial"/>
                <a:cs typeface="Arial"/>
              </a:defRPr>
            </a:lvl3pPr>
            <a:lvl4pPr algn="l">
              <a:defRPr sz="585" b="1" i="0">
                <a:solidFill>
                  <a:srgbClr val="557A76"/>
                </a:solidFill>
                <a:latin typeface="Arial"/>
                <a:ea typeface="Arial"/>
                <a:cs typeface="Arial"/>
              </a:defRPr>
            </a:lvl4pPr>
            <a:lvl5pPr algn="l">
              <a:defRPr sz="585" b="1" i="0">
                <a:solidFill>
                  <a:srgbClr val="557A76"/>
                </a:solidFill>
                <a:latin typeface="Arial"/>
                <a:ea typeface="Arial"/>
                <a:cs typeface="Arial"/>
              </a:defRPr>
            </a:lvl5pPr>
            <a:lvl6pPr algn="l">
              <a:defRPr sz="585" b="1" i="0">
                <a:solidFill>
                  <a:srgbClr val="557A76"/>
                </a:solidFill>
                <a:latin typeface="Arial"/>
                <a:ea typeface="Arial"/>
                <a:cs typeface="Arial"/>
              </a:defRPr>
            </a:lvl6pPr>
            <a:lvl7pPr algn="l">
              <a:defRPr sz="585" b="1" i="0">
                <a:solidFill>
                  <a:srgbClr val="557A76"/>
                </a:solidFill>
                <a:latin typeface="Arial"/>
                <a:ea typeface="Arial"/>
                <a:cs typeface="Arial"/>
              </a:defRPr>
            </a:lvl7pPr>
            <a:lvl8pPr algn="l">
              <a:defRPr sz="585" b="1" i="0">
                <a:solidFill>
                  <a:srgbClr val="557A76"/>
                </a:solidFill>
                <a:latin typeface="Arial"/>
                <a:ea typeface="Arial"/>
                <a:cs typeface="Arial"/>
              </a:defRPr>
            </a:lvl8pPr>
            <a:lvl9pPr algn="l">
              <a:defRPr sz="585" b="1" i="0">
                <a:solidFill>
                  <a:srgbClr val="557A76"/>
                </a:solidFill>
                <a:latin typeface="Arial"/>
                <a:ea typeface="Arial"/>
                <a:cs typeface="Arial"/>
              </a:defRPr>
            </a:lvl9pPr>
          </a:lstStyle>
          <a:p xmlns:a="http://schemas.openxmlformats.org/drawingml/2006/main">
            <a:pPr algn="l">
              <a:defRPr sz="585" b="1" i="0">
                <a:solidFill>
                  <a:srgbClr val="557A76"/>
                </a:solidFill>
                <a:latin typeface="Arial"/>
                <a:ea typeface="Arial"/>
                <a:cs typeface="Arial"/>
              </a:defRPr>
            </a:pPr>
            <a:r>
              <a:rPr sz="585" b="1" i="0">
                <a:solidFill>
                  <a:srgbClr val="557A76"/>
                </a:solidFill>
                <a:latin typeface="Arial"/>
                <a:ea typeface="Arial"/>
                <a:cs typeface="Arial"/>
              </a:rPr>
              <a:t>ASSET NEEDED</a:t>
            </a:r>
          </a:p>
        </p:txBody>
      </p:sp>
      <p:sp>
        <p:nvSpPr>
          <p:cNvPr id="22" name="">
            <a:extLst xmlns:a="http://schemas.openxmlformats.org/drawingml/2006/main">
              <a:ext uri="{FF2B5EF4-FFF2-40B4-BE49-F238E27FC236}">
                <a16:creationId xmlns:a16="http://schemas.microsoft.com/office/drawing/2014/main" id="{743A61C1-D5B0-4B01-B0CE-FEB9487920FC}"/>
              </a:ext>
            </a:extLst>
          </p:cNvPr>
          <p:cNvSpPr>
            <a:spLocks xmlns:a="http://schemas.openxmlformats.org/drawingml/2006/main" noGrp="1"/>
          </p:cNvSpPr>
          <p:nvPr/>
        </p:nvSpPr>
        <p:spPr>
          <a:xfrm xmlns:a="http://schemas.openxmlformats.org/drawingml/2006/main">
            <a:off x="7962900" y="212217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975" b="0" i="0">
                <a:solidFill>
                  <a:srgbClr val="171715"/>
                </a:solidFill>
                <a:latin typeface="Georgia"/>
                <a:ea typeface="Georgia"/>
                <a:cs typeface="Georgia"/>
              </a:defRPr>
            </a:defPPr>
            <a:lvl1pPr algn="l">
              <a:defRPr sz="975" b="0" i="0">
                <a:solidFill>
                  <a:srgbClr val="171715"/>
                </a:solidFill>
                <a:latin typeface="Georgia"/>
                <a:ea typeface="Georgia"/>
                <a:cs typeface="Georgia"/>
              </a:defRPr>
            </a:lvl1pPr>
            <a:lvl2pPr algn="l">
              <a:defRPr sz="975" b="0" i="0">
                <a:solidFill>
                  <a:srgbClr val="171715"/>
                </a:solidFill>
                <a:latin typeface="Georgia"/>
                <a:ea typeface="Georgia"/>
                <a:cs typeface="Georgia"/>
              </a:defRPr>
            </a:lvl2pPr>
            <a:lvl3pPr algn="l">
              <a:defRPr sz="975" b="0" i="0">
                <a:solidFill>
                  <a:srgbClr val="171715"/>
                </a:solidFill>
                <a:latin typeface="Georgia"/>
                <a:ea typeface="Georgia"/>
                <a:cs typeface="Georgia"/>
              </a:defRPr>
            </a:lvl3pPr>
            <a:lvl4pPr algn="l">
              <a:defRPr sz="975" b="0" i="0">
                <a:solidFill>
                  <a:srgbClr val="171715"/>
                </a:solidFill>
                <a:latin typeface="Georgia"/>
                <a:ea typeface="Georgia"/>
                <a:cs typeface="Georgia"/>
              </a:defRPr>
            </a:lvl4pPr>
            <a:lvl5pPr algn="l">
              <a:defRPr sz="975" b="0" i="0">
                <a:solidFill>
                  <a:srgbClr val="171715"/>
                </a:solidFill>
                <a:latin typeface="Georgia"/>
                <a:ea typeface="Georgia"/>
                <a:cs typeface="Georgia"/>
              </a:defRPr>
            </a:lvl5pPr>
            <a:lvl6pPr algn="l">
              <a:defRPr sz="975" b="0" i="0">
                <a:solidFill>
                  <a:srgbClr val="171715"/>
                </a:solidFill>
                <a:latin typeface="Georgia"/>
                <a:ea typeface="Georgia"/>
                <a:cs typeface="Georgia"/>
              </a:defRPr>
            </a:lvl6pPr>
            <a:lvl7pPr algn="l">
              <a:defRPr sz="975" b="0" i="0">
                <a:solidFill>
                  <a:srgbClr val="171715"/>
                </a:solidFill>
                <a:latin typeface="Georgia"/>
                <a:ea typeface="Georgia"/>
                <a:cs typeface="Georgia"/>
              </a:defRPr>
            </a:lvl7pPr>
            <a:lvl8pPr algn="l">
              <a:defRPr sz="975" b="0" i="0">
                <a:solidFill>
                  <a:srgbClr val="171715"/>
                </a:solidFill>
                <a:latin typeface="Georgia"/>
                <a:ea typeface="Georgia"/>
                <a:cs typeface="Georgia"/>
              </a:defRPr>
            </a:lvl8pPr>
            <a:lvl9pPr algn="l">
              <a:defRPr sz="975" b="0" i="0">
                <a:solidFill>
                  <a:srgbClr val="171715"/>
                </a:solidFill>
                <a:latin typeface="Georgia"/>
                <a:ea typeface="Georgia"/>
                <a:cs typeface="Georgia"/>
              </a:defRPr>
            </a:lvl9pPr>
          </a:lstStyle>
          <a:p xmlns:a="http://schemas.openxmlformats.org/drawingml/2006/main">
            <a:pPr algn="l">
              <a:defRPr sz="975" b="0" i="0">
                <a:solidFill>
                  <a:srgbClr val="171715"/>
                </a:solidFill>
                <a:latin typeface="Georgia"/>
                <a:ea typeface="Georgia"/>
                <a:cs typeface="Georgia"/>
              </a:defRPr>
            </a:pPr>
            <a:r>
              <a:rPr sz="975" b="0" i="0">
                <a:solidFill>
                  <a:srgbClr val="171715"/>
                </a:solidFill>
                <a:latin typeface="Georgia"/>
                <a:ea typeface="Georgia"/>
                <a:cs typeface="Georgia"/>
              </a:rPr>
              <a:t>Duplicated faces</a:t>
            </a:r>
          </a:p>
        </p:txBody>
      </p:sp>
      <p:sp>
        <p:nvSpPr>
          <p:cNvPr id="23" name="">
            <a:extLst xmlns:a="http://schemas.openxmlformats.org/drawingml/2006/main">
              <a:ext uri="{FF2B5EF4-FFF2-40B4-BE49-F238E27FC236}">
                <a16:creationId xmlns:a16="http://schemas.microsoft.com/office/drawing/2014/main" id="{EA2D3C62-CA92-4F4F-A4BA-ABD487DF91DD}"/>
              </a:ext>
            </a:extLst>
          </p:cNvPr>
          <p:cNvSpPr>
            <a:spLocks xmlns:a="http://schemas.openxmlformats.org/drawingml/2006/main" noGrp="1"/>
          </p:cNvSpPr>
          <p:nvPr/>
        </p:nvSpPr>
        <p:spPr>
          <a:xfrm xmlns:a="http://schemas.openxmlformats.org/drawingml/2006/main">
            <a:off x="7962900" y="2457450"/>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585" b="0" i="0">
                <a:solidFill>
                  <a:srgbClr val="6C6A64"/>
                </a:solidFill>
                <a:latin typeface="Arial"/>
                <a:ea typeface="Arial"/>
                <a:cs typeface="Arial"/>
              </a:defRPr>
            </a:defPPr>
            <a:lvl1pPr algn="l">
              <a:defRPr sz="585" b="0" i="0">
                <a:solidFill>
                  <a:srgbClr val="6C6A64"/>
                </a:solidFill>
                <a:latin typeface="Arial"/>
                <a:ea typeface="Arial"/>
                <a:cs typeface="Arial"/>
              </a:defRPr>
            </a:lvl1pPr>
            <a:lvl2pPr algn="l">
              <a:defRPr sz="585" b="0" i="0">
                <a:solidFill>
                  <a:srgbClr val="6C6A64"/>
                </a:solidFill>
                <a:latin typeface="Arial"/>
                <a:ea typeface="Arial"/>
                <a:cs typeface="Arial"/>
              </a:defRPr>
            </a:lvl2pPr>
            <a:lvl3pPr algn="l">
              <a:defRPr sz="585" b="0" i="0">
                <a:solidFill>
                  <a:srgbClr val="6C6A64"/>
                </a:solidFill>
                <a:latin typeface="Arial"/>
                <a:ea typeface="Arial"/>
                <a:cs typeface="Arial"/>
              </a:defRPr>
            </a:lvl3pPr>
            <a:lvl4pPr algn="l">
              <a:defRPr sz="585" b="0" i="0">
                <a:solidFill>
                  <a:srgbClr val="6C6A64"/>
                </a:solidFill>
                <a:latin typeface="Arial"/>
                <a:ea typeface="Arial"/>
                <a:cs typeface="Arial"/>
              </a:defRPr>
            </a:lvl4pPr>
            <a:lvl5pPr algn="l">
              <a:defRPr sz="585" b="0" i="0">
                <a:solidFill>
                  <a:srgbClr val="6C6A64"/>
                </a:solidFill>
                <a:latin typeface="Arial"/>
                <a:ea typeface="Arial"/>
                <a:cs typeface="Arial"/>
              </a:defRPr>
            </a:lvl5pPr>
            <a:lvl6pPr algn="l">
              <a:defRPr sz="585" b="0" i="0">
                <a:solidFill>
                  <a:srgbClr val="6C6A64"/>
                </a:solidFill>
                <a:latin typeface="Arial"/>
                <a:ea typeface="Arial"/>
                <a:cs typeface="Arial"/>
              </a:defRPr>
            </a:lvl6pPr>
            <a:lvl7pPr algn="l">
              <a:defRPr sz="585" b="0" i="0">
                <a:solidFill>
                  <a:srgbClr val="6C6A64"/>
                </a:solidFill>
                <a:latin typeface="Arial"/>
                <a:ea typeface="Arial"/>
                <a:cs typeface="Arial"/>
              </a:defRPr>
            </a:lvl7pPr>
            <a:lvl8pPr algn="l">
              <a:defRPr sz="585" b="0" i="0">
                <a:solidFill>
                  <a:srgbClr val="6C6A64"/>
                </a:solidFill>
                <a:latin typeface="Arial"/>
                <a:ea typeface="Arial"/>
                <a:cs typeface="Arial"/>
              </a:defRPr>
            </a:lvl8pPr>
            <a:lvl9pPr algn="l">
              <a:defRPr sz="585" b="0" i="0">
                <a:solidFill>
                  <a:srgbClr val="6C6A64"/>
                </a:solidFill>
                <a:latin typeface="Arial"/>
                <a:ea typeface="Arial"/>
                <a:cs typeface="Arial"/>
              </a:defRPr>
            </a:lvl9pPr>
          </a:lstStyle>
          <a:p xmlns:a="http://schemas.openxmlformats.org/drawingml/2006/main">
            <a:pPr algn="l">
              <a:defRPr sz="585" b="0" i="0">
                <a:solidFill>
                  <a:srgbClr val="6C6A64"/>
                </a:solidFill>
                <a:latin typeface="Arial"/>
                <a:ea typeface="Arial"/>
                <a:cs typeface="Arial"/>
              </a:defRPr>
            </a:pPr>
            <a:r>
              <a:rPr sz="585" b="0" i="0">
                <a:solidFill>
                  <a:srgbClr val="6C6A64"/>
                </a:solidFill>
                <a:latin typeface="Arial"/>
                <a:ea typeface="Arial"/>
                <a:cs typeface="Arial"/>
              </a:rPr>
              <a:t>partial generation and repeated identity</a:t>
            </a:r>
          </a:p>
        </p:txBody>
      </p:sp>
      <p:sp>
        <p:nvSpPr>
          <p:cNvPr id="24" name="">
            <a:extLst xmlns:a="http://schemas.openxmlformats.org/drawingml/2006/main">
              <a:ext uri="{FF2B5EF4-FFF2-40B4-BE49-F238E27FC236}">
                <a16:creationId xmlns:a16="http://schemas.microsoft.com/office/drawing/2014/main" id="{4BC0831A-43B0-4BE3-966C-9BCA5822A96C}"/>
              </a:ext>
            </a:extLst>
          </p:cNvPr>
          <p:cNvSpPr>
            <a:spLocks xmlns:a="http://schemas.openxmlformats.org/drawingml/2006/main" noGrp="1"/>
          </p:cNvSpPr>
          <p:nvPr/>
        </p:nvSpPr>
        <p:spPr>
          <a:xfrm xmlns:a="http://schemas.openxmlformats.org/drawingml/2006/main">
            <a:off x="3524250" y="3009900"/>
            <a:ext cx="1924050" cy="1162050"/>
          </a:xfrm>
          <a:prstGeom xmlns:a="http://schemas.openxmlformats.org/drawingml/2006/main" prst="rect">
            <a:avLst/>
          </a:prstGeom>
          <a:solidFill xmlns:a="http://schemas.openxmlformats.org/drawingml/2006/main">
            <a:srgbClr val="E8E6E0"/>
          </a:solidFill>
          <a:ln xmlns:a="http://schemas.openxmlformats.org/drawingml/2006/main" w="9525">
            <a:solidFill>
              <a:srgbClr val="B9B6AE"/>
            </a:solidFill>
            <a:prstDash val="solid"/>
          </a:ln>
        </p:spPr>
      </p:sp>
      <p:sp>
        <p:nvSpPr>
          <p:cNvPr id="25" name="">
            <a:extLst xmlns:a="http://schemas.openxmlformats.org/drawingml/2006/main">
              <a:ext uri="{FF2B5EF4-FFF2-40B4-BE49-F238E27FC236}">
                <a16:creationId xmlns:a16="http://schemas.microsoft.com/office/drawing/2014/main" id="{830F1485-EDB2-4E6A-A3DD-107A7F916881}"/>
              </a:ext>
            </a:extLst>
          </p:cNvPr>
          <p:cNvSpPr>
            <a:spLocks xmlns:a="http://schemas.openxmlformats.org/drawingml/2006/main" noGrp="1"/>
          </p:cNvSpPr>
          <p:nvPr/>
        </p:nvSpPr>
        <p:spPr>
          <a:xfrm xmlns:a="http://schemas.openxmlformats.org/drawingml/2006/main">
            <a:off x="3657600" y="3143250"/>
            <a:ext cx="16573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585" b="1" i="0">
                <a:solidFill>
                  <a:srgbClr val="557A76"/>
                </a:solidFill>
                <a:latin typeface="Arial"/>
                <a:ea typeface="Arial"/>
                <a:cs typeface="Arial"/>
              </a:defRPr>
            </a:defPPr>
            <a:lvl1pPr algn="l">
              <a:defRPr sz="585" b="1" i="0">
                <a:solidFill>
                  <a:srgbClr val="557A76"/>
                </a:solidFill>
                <a:latin typeface="Arial"/>
                <a:ea typeface="Arial"/>
                <a:cs typeface="Arial"/>
              </a:defRPr>
            </a:lvl1pPr>
            <a:lvl2pPr algn="l">
              <a:defRPr sz="585" b="1" i="0">
                <a:solidFill>
                  <a:srgbClr val="557A76"/>
                </a:solidFill>
                <a:latin typeface="Arial"/>
                <a:ea typeface="Arial"/>
                <a:cs typeface="Arial"/>
              </a:defRPr>
            </a:lvl2pPr>
            <a:lvl3pPr algn="l">
              <a:defRPr sz="585" b="1" i="0">
                <a:solidFill>
                  <a:srgbClr val="557A76"/>
                </a:solidFill>
                <a:latin typeface="Arial"/>
                <a:ea typeface="Arial"/>
                <a:cs typeface="Arial"/>
              </a:defRPr>
            </a:lvl3pPr>
            <a:lvl4pPr algn="l">
              <a:defRPr sz="585" b="1" i="0">
                <a:solidFill>
                  <a:srgbClr val="557A76"/>
                </a:solidFill>
                <a:latin typeface="Arial"/>
                <a:ea typeface="Arial"/>
                <a:cs typeface="Arial"/>
              </a:defRPr>
            </a:lvl4pPr>
            <a:lvl5pPr algn="l">
              <a:defRPr sz="585" b="1" i="0">
                <a:solidFill>
                  <a:srgbClr val="557A76"/>
                </a:solidFill>
                <a:latin typeface="Arial"/>
                <a:ea typeface="Arial"/>
                <a:cs typeface="Arial"/>
              </a:defRPr>
            </a:lvl5pPr>
            <a:lvl6pPr algn="l">
              <a:defRPr sz="585" b="1" i="0">
                <a:solidFill>
                  <a:srgbClr val="557A76"/>
                </a:solidFill>
                <a:latin typeface="Arial"/>
                <a:ea typeface="Arial"/>
                <a:cs typeface="Arial"/>
              </a:defRPr>
            </a:lvl6pPr>
            <a:lvl7pPr algn="l">
              <a:defRPr sz="585" b="1" i="0">
                <a:solidFill>
                  <a:srgbClr val="557A76"/>
                </a:solidFill>
                <a:latin typeface="Arial"/>
                <a:ea typeface="Arial"/>
                <a:cs typeface="Arial"/>
              </a:defRPr>
            </a:lvl7pPr>
            <a:lvl8pPr algn="l">
              <a:defRPr sz="585" b="1" i="0">
                <a:solidFill>
                  <a:srgbClr val="557A76"/>
                </a:solidFill>
                <a:latin typeface="Arial"/>
                <a:ea typeface="Arial"/>
                <a:cs typeface="Arial"/>
              </a:defRPr>
            </a:lvl8pPr>
            <a:lvl9pPr algn="l">
              <a:defRPr sz="585" b="1" i="0">
                <a:solidFill>
                  <a:srgbClr val="557A76"/>
                </a:solidFill>
                <a:latin typeface="Arial"/>
                <a:ea typeface="Arial"/>
                <a:cs typeface="Arial"/>
              </a:defRPr>
            </a:lvl9pPr>
          </a:lstStyle>
          <a:p xmlns:a="http://schemas.openxmlformats.org/drawingml/2006/main">
            <a:pPr algn="l">
              <a:defRPr sz="585" b="1" i="0">
                <a:solidFill>
                  <a:srgbClr val="557A76"/>
                </a:solidFill>
                <a:latin typeface="Arial"/>
                <a:ea typeface="Arial"/>
                <a:cs typeface="Arial"/>
              </a:defRPr>
            </a:pPr>
            <a:r>
              <a:rPr sz="585" b="1" i="0">
                <a:solidFill>
                  <a:srgbClr val="557A76"/>
                </a:solidFill>
                <a:latin typeface="Arial"/>
                <a:ea typeface="Arial"/>
                <a:cs typeface="Arial"/>
              </a:rPr>
              <a:t>ASSET NEEDED</a:t>
            </a:r>
          </a:p>
        </p:txBody>
      </p:sp>
      <p:sp>
        <p:nvSpPr>
          <p:cNvPr id="26" name="">
            <a:extLst xmlns:a="http://schemas.openxmlformats.org/drawingml/2006/main">
              <a:ext uri="{FF2B5EF4-FFF2-40B4-BE49-F238E27FC236}">
                <a16:creationId xmlns:a16="http://schemas.microsoft.com/office/drawing/2014/main" id="{831CBA30-79EC-46D9-94AC-A644DA0C0629}"/>
              </a:ext>
            </a:extLst>
          </p:cNvPr>
          <p:cNvSpPr>
            <a:spLocks xmlns:a="http://schemas.openxmlformats.org/drawingml/2006/main" noGrp="1"/>
          </p:cNvSpPr>
          <p:nvPr/>
        </p:nvSpPr>
        <p:spPr>
          <a:xfrm xmlns:a="http://schemas.openxmlformats.org/drawingml/2006/main">
            <a:off x="3657600" y="347472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975" b="0" i="0">
                <a:solidFill>
                  <a:srgbClr val="171715"/>
                </a:solidFill>
                <a:latin typeface="Georgia"/>
                <a:ea typeface="Georgia"/>
                <a:cs typeface="Georgia"/>
              </a:defRPr>
            </a:defPPr>
            <a:lvl1pPr algn="l">
              <a:defRPr sz="975" b="0" i="0">
                <a:solidFill>
                  <a:srgbClr val="171715"/>
                </a:solidFill>
                <a:latin typeface="Georgia"/>
                <a:ea typeface="Georgia"/>
                <a:cs typeface="Georgia"/>
              </a:defRPr>
            </a:lvl1pPr>
            <a:lvl2pPr algn="l">
              <a:defRPr sz="975" b="0" i="0">
                <a:solidFill>
                  <a:srgbClr val="171715"/>
                </a:solidFill>
                <a:latin typeface="Georgia"/>
                <a:ea typeface="Georgia"/>
                <a:cs typeface="Georgia"/>
              </a:defRPr>
            </a:lvl2pPr>
            <a:lvl3pPr algn="l">
              <a:defRPr sz="975" b="0" i="0">
                <a:solidFill>
                  <a:srgbClr val="171715"/>
                </a:solidFill>
                <a:latin typeface="Georgia"/>
                <a:ea typeface="Georgia"/>
                <a:cs typeface="Georgia"/>
              </a:defRPr>
            </a:lvl3pPr>
            <a:lvl4pPr algn="l">
              <a:defRPr sz="975" b="0" i="0">
                <a:solidFill>
                  <a:srgbClr val="171715"/>
                </a:solidFill>
                <a:latin typeface="Georgia"/>
                <a:ea typeface="Georgia"/>
                <a:cs typeface="Georgia"/>
              </a:defRPr>
            </a:lvl4pPr>
            <a:lvl5pPr algn="l">
              <a:defRPr sz="975" b="0" i="0">
                <a:solidFill>
                  <a:srgbClr val="171715"/>
                </a:solidFill>
                <a:latin typeface="Georgia"/>
                <a:ea typeface="Georgia"/>
                <a:cs typeface="Georgia"/>
              </a:defRPr>
            </a:lvl5pPr>
            <a:lvl6pPr algn="l">
              <a:defRPr sz="975" b="0" i="0">
                <a:solidFill>
                  <a:srgbClr val="171715"/>
                </a:solidFill>
                <a:latin typeface="Georgia"/>
                <a:ea typeface="Georgia"/>
                <a:cs typeface="Georgia"/>
              </a:defRPr>
            </a:lvl6pPr>
            <a:lvl7pPr algn="l">
              <a:defRPr sz="975" b="0" i="0">
                <a:solidFill>
                  <a:srgbClr val="171715"/>
                </a:solidFill>
                <a:latin typeface="Georgia"/>
                <a:ea typeface="Georgia"/>
                <a:cs typeface="Georgia"/>
              </a:defRPr>
            </a:lvl7pPr>
            <a:lvl8pPr algn="l">
              <a:defRPr sz="975" b="0" i="0">
                <a:solidFill>
                  <a:srgbClr val="171715"/>
                </a:solidFill>
                <a:latin typeface="Georgia"/>
                <a:ea typeface="Georgia"/>
                <a:cs typeface="Georgia"/>
              </a:defRPr>
            </a:lvl8pPr>
            <a:lvl9pPr algn="l">
              <a:defRPr sz="975" b="0" i="0">
                <a:solidFill>
                  <a:srgbClr val="171715"/>
                </a:solidFill>
                <a:latin typeface="Georgia"/>
                <a:ea typeface="Georgia"/>
                <a:cs typeface="Georgia"/>
              </a:defRPr>
            </a:lvl9pPr>
          </a:lstStyle>
          <a:p xmlns:a="http://schemas.openxmlformats.org/drawingml/2006/main">
            <a:pPr algn="l">
              <a:defRPr sz="975" b="0" i="0">
                <a:solidFill>
                  <a:srgbClr val="171715"/>
                </a:solidFill>
                <a:latin typeface="Georgia"/>
                <a:ea typeface="Georgia"/>
                <a:cs typeface="Georgia"/>
              </a:defRPr>
            </a:pPr>
            <a:r>
              <a:rPr sz="975" b="0" i="0">
                <a:solidFill>
                  <a:srgbClr val="171715"/>
                </a:solidFill>
                <a:latin typeface="Georgia"/>
                <a:ea typeface="Georgia"/>
                <a:cs typeface="Georgia"/>
              </a:rPr>
              <a:t>Hand / machine</a:t>
            </a:r>
          </a:p>
        </p:txBody>
      </p:sp>
      <p:sp>
        <p:nvSpPr>
          <p:cNvPr id="27" name="">
            <a:extLst xmlns:a="http://schemas.openxmlformats.org/drawingml/2006/main">
              <a:ext uri="{FF2B5EF4-FFF2-40B4-BE49-F238E27FC236}">
                <a16:creationId xmlns:a16="http://schemas.microsoft.com/office/drawing/2014/main" id="{1D203EF1-1B15-4EF9-877C-A0E200F281A6}"/>
              </a:ext>
            </a:extLst>
          </p:cNvPr>
          <p:cNvSpPr>
            <a:spLocks xmlns:a="http://schemas.openxmlformats.org/drawingml/2006/main" noGrp="1"/>
          </p:cNvSpPr>
          <p:nvPr/>
        </p:nvSpPr>
        <p:spPr>
          <a:xfrm xmlns:a="http://schemas.openxmlformats.org/drawingml/2006/main">
            <a:off x="3657600" y="3810000"/>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585" b="0" i="0">
                <a:solidFill>
                  <a:srgbClr val="6C6A64"/>
                </a:solidFill>
                <a:latin typeface="Arial"/>
                <a:ea typeface="Arial"/>
                <a:cs typeface="Arial"/>
              </a:defRPr>
            </a:defPPr>
            <a:lvl1pPr algn="l">
              <a:defRPr sz="585" b="0" i="0">
                <a:solidFill>
                  <a:srgbClr val="6C6A64"/>
                </a:solidFill>
                <a:latin typeface="Arial"/>
                <a:ea typeface="Arial"/>
                <a:cs typeface="Arial"/>
              </a:defRPr>
            </a:lvl1pPr>
            <a:lvl2pPr algn="l">
              <a:defRPr sz="585" b="0" i="0">
                <a:solidFill>
                  <a:srgbClr val="6C6A64"/>
                </a:solidFill>
                <a:latin typeface="Arial"/>
                <a:ea typeface="Arial"/>
                <a:cs typeface="Arial"/>
              </a:defRPr>
            </a:lvl2pPr>
            <a:lvl3pPr algn="l">
              <a:defRPr sz="585" b="0" i="0">
                <a:solidFill>
                  <a:srgbClr val="6C6A64"/>
                </a:solidFill>
                <a:latin typeface="Arial"/>
                <a:ea typeface="Arial"/>
                <a:cs typeface="Arial"/>
              </a:defRPr>
            </a:lvl3pPr>
            <a:lvl4pPr algn="l">
              <a:defRPr sz="585" b="0" i="0">
                <a:solidFill>
                  <a:srgbClr val="6C6A64"/>
                </a:solidFill>
                <a:latin typeface="Arial"/>
                <a:ea typeface="Arial"/>
                <a:cs typeface="Arial"/>
              </a:defRPr>
            </a:lvl4pPr>
            <a:lvl5pPr algn="l">
              <a:defRPr sz="585" b="0" i="0">
                <a:solidFill>
                  <a:srgbClr val="6C6A64"/>
                </a:solidFill>
                <a:latin typeface="Arial"/>
                <a:ea typeface="Arial"/>
                <a:cs typeface="Arial"/>
              </a:defRPr>
            </a:lvl5pPr>
            <a:lvl6pPr algn="l">
              <a:defRPr sz="585" b="0" i="0">
                <a:solidFill>
                  <a:srgbClr val="6C6A64"/>
                </a:solidFill>
                <a:latin typeface="Arial"/>
                <a:ea typeface="Arial"/>
                <a:cs typeface="Arial"/>
              </a:defRPr>
            </a:lvl6pPr>
            <a:lvl7pPr algn="l">
              <a:defRPr sz="585" b="0" i="0">
                <a:solidFill>
                  <a:srgbClr val="6C6A64"/>
                </a:solidFill>
                <a:latin typeface="Arial"/>
                <a:ea typeface="Arial"/>
                <a:cs typeface="Arial"/>
              </a:defRPr>
            </a:lvl7pPr>
            <a:lvl8pPr algn="l">
              <a:defRPr sz="585" b="0" i="0">
                <a:solidFill>
                  <a:srgbClr val="6C6A64"/>
                </a:solidFill>
                <a:latin typeface="Arial"/>
                <a:ea typeface="Arial"/>
                <a:cs typeface="Arial"/>
              </a:defRPr>
            </a:lvl8pPr>
            <a:lvl9pPr algn="l">
              <a:defRPr sz="585" b="0" i="0">
                <a:solidFill>
                  <a:srgbClr val="6C6A64"/>
                </a:solidFill>
                <a:latin typeface="Arial"/>
                <a:ea typeface="Arial"/>
                <a:cs typeface="Arial"/>
              </a:defRPr>
            </a:lvl9pPr>
          </a:lstStyle>
          <a:p xmlns:a="http://schemas.openxmlformats.org/drawingml/2006/main">
            <a:pPr algn="l">
              <a:defRPr sz="585" b="0" i="0">
                <a:solidFill>
                  <a:srgbClr val="6C6A64"/>
                </a:solidFill>
                <a:latin typeface="Arial"/>
                <a:ea typeface="Arial"/>
                <a:cs typeface="Arial"/>
              </a:defRPr>
            </a:pPr>
            <a:r>
              <a:rPr sz="585" b="0" i="0">
                <a:solidFill>
                  <a:srgbClr val="6C6A64"/>
                </a:solidFill>
                <a:latin typeface="Arial"/>
                <a:ea typeface="Arial"/>
                <a:cs typeface="Arial"/>
              </a:rPr>
              <a:t>handwriting versus generated copies</a:t>
            </a:r>
          </a:p>
        </p:txBody>
      </p:sp>
      <p:sp>
        <p:nvSpPr>
          <p:cNvPr id="28" name="">
            <a:extLst xmlns:a="http://schemas.openxmlformats.org/drawingml/2006/main">
              <a:ext uri="{FF2B5EF4-FFF2-40B4-BE49-F238E27FC236}">
                <a16:creationId xmlns:a16="http://schemas.microsoft.com/office/drawing/2014/main" id="{79C10652-E444-40A6-A2E5-10FCBDC82E7E}"/>
              </a:ext>
            </a:extLst>
          </p:cNvPr>
          <p:cNvSpPr>
            <a:spLocks xmlns:a="http://schemas.openxmlformats.org/drawingml/2006/main" noGrp="1"/>
          </p:cNvSpPr>
          <p:nvPr/>
        </p:nvSpPr>
        <p:spPr>
          <a:xfrm xmlns:a="http://schemas.openxmlformats.org/drawingml/2006/main">
            <a:off x="5676900" y="3009900"/>
            <a:ext cx="1924050" cy="1162050"/>
          </a:xfrm>
          <a:prstGeom xmlns:a="http://schemas.openxmlformats.org/drawingml/2006/main" prst="rect">
            <a:avLst/>
          </a:prstGeom>
          <a:solidFill xmlns:a="http://schemas.openxmlformats.org/drawingml/2006/main">
            <a:srgbClr val="E8E6E0"/>
          </a:solidFill>
          <a:ln xmlns:a="http://schemas.openxmlformats.org/drawingml/2006/main" w="9525">
            <a:solidFill>
              <a:srgbClr val="B9B6AE"/>
            </a:solidFill>
            <a:prstDash val="solid"/>
          </a:ln>
        </p:spPr>
      </p:sp>
      <p:sp>
        <p:nvSpPr>
          <p:cNvPr id="29" name="">
            <a:extLst xmlns:a="http://schemas.openxmlformats.org/drawingml/2006/main">
              <a:ext uri="{FF2B5EF4-FFF2-40B4-BE49-F238E27FC236}">
                <a16:creationId xmlns:a16="http://schemas.microsoft.com/office/drawing/2014/main" id="{B5AD09E5-5617-4A9F-9A14-B12EE552B2E3}"/>
              </a:ext>
            </a:extLst>
          </p:cNvPr>
          <p:cNvSpPr>
            <a:spLocks xmlns:a="http://schemas.openxmlformats.org/drawingml/2006/main" noGrp="1"/>
          </p:cNvSpPr>
          <p:nvPr/>
        </p:nvSpPr>
        <p:spPr>
          <a:xfrm xmlns:a="http://schemas.openxmlformats.org/drawingml/2006/main">
            <a:off x="5810250" y="3143250"/>
            <a:ext cx="16573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585" b="1" i="0">
                <a:solidFill>
                  <a:srgbClr val="557A76"/>
                </a:solidFill>
                <a:latin typeface="Arial"/>
                <a:ea typeface="Arial"/>
                <a:cs typeface="Arial"/>
              </a:defRPr>
            </a:defPPr>
            <a:lvl1pPr algn="l">
              <a:defRPr sz="585" b="1" i="0">
                <a:solidFill>
                  <a:srgbClr val="557A76"/>
                </a:solidFill>
                <a:latin typeface="Arial"/>
                <a:ea typeface="Arial"/>
                <a:cs typeface="Arial"/>
              </a:defRPr>
            </a:lvl1pPr>
            <a:lvl2pPr algn="l">
              <a:defRPr sz="585" b="1" i="0">
                <a:solidFill>
                  <a:srgbClr val="557A76"/>
                </a:solidFill>
                <a:latin typeface="Arial"/>
                <a:ea typeface="Arial"/>
                <a:cs typeface="Arial"/>
              </a:defRPr>
            </a:lvl2pPr>
            <a:lvl3pPr algn="l">
              <a:defRPr sz="585" b="1" i="0">
                <a:solidFill>
                  <a:srgbClr val="557A76"/>
                </a:solidFill>
                <a:latin typeface="Arial"/>
                <a:ea typeface="Arial"/>
                <a:cs typeface="Arial"/>
              </a:defRPr>
            </a:lvl3pPr>
            <a:lvl4pPr algn="l">
              <a:defRPr sz="585" b="1" i="0">
                <a:solidFill>
                  <a:srgbClr val="557A76"/>
                </a:solidFill>
                <a:latin typeface="Arial"/>
                <a:ea typeface="Arial"/>
                <a:cs typeface="Arial"/>
              </a:defRPr>
            </a:lvl4pPr>
            <a:lvl5pPr algn="l">
              <a:defRPr sz="585" b="1" i="0">
                <a:solidFill>
                  <a:srgbClr val="557A76"/>
                </a:solidFill>
                <a:latin typeface="Arial"/>
                <a:ea typeface="Arial"/>
                <a:cs typeface="Arial"/>
              </a:defRPr>
            </a:lvl5pPr>
            <a:lvl6pPr algn="l">
              <a:defRPr sz="585" b="1" i="0">
                <a:solidFill>
                  <a:srgbClr val="557A76"/>
                </a:solidFill>
                <a:latin typeface="Arial"/>
                <a:ea typeface="Arial"/>
                <a:cs typeface="Arial"/>
              </a:defRPr>
            </a:lvl6pPr>
            <a:lvl7pPr algn="l">
              <a:defRPr sz="585" b="1" i="0">
                <a:solidFill>
                  <a:srgbClr val="557A76"/>
                </a:solidFill>
                <a:latin typeface="Arial"/>
                <a:ea typeface="Arial"/>
                <a:cs typeface="Arial"/>
              </a:defRPr>
            </a:lvl7pPr>
            <a:lvl8pPr algn="l">
              <a:defRPr sz="585" b="1" i="0">
                <a:solidFill>
                  <a:srgbClr val="557A76"/>
                </a:solidFill>
                <a:latin typeface="Arial"/>
                <a:ea typeface="Arial"/>
                <a:cs typeface="Arial"/>
              </a:defRPr>
            </a:lvl8pPr>
            <a:lvl9pPr algn="l">
              <a:defRPr sz="585" b="1" i="0">
                <a:solidFill>
                  <a:srgbClr val="557A76"/>
                </a:solidFill>
                <a:latin typeface="Arial"/>
                <a:ea typeface="Arial"/>
                <a:cs typeface="Arial"/>
              </a:defRPr>
            </a:lvl9pPr>
          </a:lstStyle>
          <a:p xmlns:a="http://schemas.openxmlformats.org/drawingml/2006/main">
            <a:pPr algn="l">
              <a:defRPr sz="585" b="1" i="0">
                <a:solidFill>
                  <a:srgbClr val="557A76"/>
                </a:solidFill>
                <a:latin typeface="Arial"/>
                <a:ea typeface="Arial"/>
                <a:cs typeface="Arial"/>
              </a:defRPr>
            </a:pPr>
            <a:r>
              <a:rPr sz="585" b="1" i="0">
                <a:solidFill>
                  <a:srgbClr val="557A76"/>
                </a:solidFill>
                <a:latin typeface="Arial"/>
                <a:ea typeface="Arial"/>
                <a:cs typeface="Arial"/>
              </a:rPr>
              <a:t>ASSET NEEDED</a:t>
            </a:r>
          </a:p>
        </p:txBody>
      </p:sp>
      <p:sp>
        <p:nvSpPr>
          <p:cNvPr id="30" name="">
            <a:extLst xmlns:a="http://schemas.openxmlformats.org/drawingml/2006/main">
              <a:ext uri="{FF2B5EF4-FFF2-40B4-BE49-F238E27FC236}">
                <a16:creationId xmlns:a16="http://schemas.microsoft.com/office/drawing/2014/main" id="{265A8E31-9893-40AE-B348-42CA98BC5DAB}"/>
              </a:ext>
            </a:extLst>
          </p:cNvPr>
          <p:cNvSpPr>
            <a:spLocks xmlns:a="http://schemas.openxmlformats.org/drawingml/2006/main" noGrp="1"/>
          </p:cNvSpPr>
          <p:nvPr/>
        </p:nvSpPr>
        <p:spPr>
          <a:xfrm xmlns:a="http://schemas.openxmlformats.org/drawingml/2006/main">
            <a:off x="5810250" y="347472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975" b="0" i="0">
                <a:solidFill>
                  <a:srgbClr val="171715"/>
                </a:solidFill>
                <a:latin typeface="Georgia"/>
                <a:ea typeface="Georgia"/>
                <a:cs typeface="Georgia"/>
              </a:defRPr>
            </a:defPPr>
            <a:lvl1pPr algn="l">
              <a:defRPr sz="975" b="0" i="0">
                <a:solidFill>
                  <a:srgbClr val="171715"/>
                </a:solidFill>
                <a:latin typeface="Georgia"/>
                <a:ea typeface="Georgia"/>
                <a:cs typeface="Georgia"/>
              </a:defRPr>
            </a:lvl1pPr>
            <a:lvl2pPr algn="l">
              <a:defRPr sz="975" b="0" i="0">
                <a:solidFill>
                  <a:srgbClr val="171715"/>
                </a:solidFill>
                <a:latin typeface="Georgia"/>
                <a:ea typeface="Georgia"/>
                <a:cs typeface="Georgia"/>
              </a:defRPr>
            </a:lvl2pPr>
            <a:lvl3pPr algn="l">
              <a:defRPr sz="975" b="0" i="0">
                <a:solidFill>
                  <a:srgbClr val="171715"/>
                </a:solidFill>
                <a:latin typeface="Georgia"/>
                <a:ea typeface="Georgia"/>
                <a:cs typeface="Georgia"/>
              </a:defRPr>
            </a:lvl3pPr>
            <a:lvl4pPr algn="l">
              <a:defRPr sz="975" b="0" i="0">
                <a:solidFill>
                  <a:srgbClr val="171715"/>
                </a:solidFill>
                <a:latin typeface="Georgia"/>
                <a:ea typeface="Georgia"/>
                <a:cs typeface="Georgia"/>
              </a:defRPr>
            </a:lvl4pPr>
            <a:lvl5pPr algn="l">
              <a:defRPr sz="975" b="0" i="0">
                <a:solidFill>
                  <a:srgbClr val="171715"/>
                </a:solidFill>
                <a:latin typeface="Georgia"/>
                <a:ea typeface="Georgia"/>
                <a:cs typeface="Georgia"/>
              </a:defRPr>
            </a:lvl5pPr>
            <a:lvl6pPr algn="l">
              <a:defRPr sz="975" b="0" i="0">
                <a:solidFill>
                  <a:srgbClr val="171715"/>
                </a:solidFill>
                <a:latin typeface="Georgia"/>
                <a:ea typeface="Georgia"/>
                <a:cs typeface="Georgia"/>
              </a:defRPr>
            </a:lvl6pPr>
            <a:lvl7pPr algn="l">
              <a:defRPr sz="975" b="0" i="0">
                <a:solidFill>
                  <a:srgbClr val="171715"/>
                </a:solidFill>
                <a:latin typeface="Georgia"/>
                <a:ea typeface="Georgia"/>
                <a:cs typeface="Georgia"/>
              </a:defRPr>
            </a:lvl7pPr>
            <a:lvl8pPr algn="l">
              <a:defRPr sz="975" b="0" i="0">
                <a:solidFill>
                  <a:srgbClr val="171715"/>
                </a:solidFill>
                <a:latin typeface="Georgia"/>
                <a:ea typeface="Georgia"/>
                <a:cs typeface="Georgia"/>
              </a:defRPr>
            </a:lvl8pPr>
            <a:lvl9pPr algn="l">
              <a:defRPr sz="975" b="0" i="0">
                <a:solidFill>
                  <a:srgbClr val="171715"/>
                </a:solidFill>
                <a:latin typeface="Georgia"/>
                <a:ea typeface="Georgia"/>
                <a:cs typeface="Georgia"/>
              </a:defRPr>
            </a:lvl9pPr>
          </a:lstStyle>
          <a:p xmlns:a="http://schemas.openxmlformats.org/drawingml/2006/main">
            <a:pPr algn="l">
              <a:defRPr sz="975" b="0" i="0">
                <a:solidFill>
                  <a:srgbClr val="171715"/>
                </a:solidFill>
                <a:latin typeface="Georgia"/>
                <a:ea typeface="Georgia"/>
                <a:cs typeface="Georgia"/>
              </a:defRPr>
            </a:pPr>
            <a:r>
              <a:rPr sz="975" b="0" i="0">
                <a:solidFill>
                  <a:srgbClr val="171715"/>
                </a:solidFill>
                <a:latin typeface="Georgia"/>
                <a:ea typeface="Georgia"/>
                <a:cs typeface="Georgia"/>
              </a:rPr>
              <a:t>Identity record</a:t>
            </a:r>
          </a:p>
        </p:txBody>
      </p:sp>
      <p:sp>
        <p:nvSpPr>
          <p:cNvPr id="31" name="">
            <a:extLst xmlns:a="http://schemas.openxmlformats.org/drawingml/2006/main">
              <a:ext uri="{FF2B5EF4-FFF2-40B4-BE49-F238E27FC236}">
                <a16:creationId xmlns:a16="http://schemas.microsoft.com/office/drawing/2014/main" id="{2FD16A33-F734-4099-8397-597E26CC5E48}"/>
              </a:ext>
            </a:extLst>
          </p:cNvPr>
          <p:cNvSpPr>
            <a:spLocks xmlns:a="http://schemas.openxmlformats.org/drawingml/2006/main" noGrp="1"/>
          </p:cNvSpPr>
          <p:nvPr/>
        </p:nvSpPr>
        <p:spPr>
          <a:xfrm xmlns:a="http://schemas.openxmlformats.org/drawingml/2006/main">
            <a:off x="5810250" y="3810000"/>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585" b="0" i="0">
                <a:solidFill>
                  <a:srgbClr val="6C6A64"/>
                </a:solidFill>
                <a:latin typeface="Arial"/>
                <a:ea typeface="Arial"/>
                <a:cs typeface="Arial"/>
              </a:defRPr>
            </a:defPPr>
            <a:lvl1pPr algn="l">
              <a:defRPr sz="585" b="0" i="0">
                <a:solidFill>
                  <a:srgbClr val="6C6A64"/>
                </a:solidFill>
                <a:latin typeface="Arial"/>
                <a:ea typeface="Arial"/>
                <a:cs typeface="Arial"/>
              </a:defRPr>
            </a:lvl1pPr>
            <a:lvl2pPr algn="l">
              <a:defRPr sz="585" b="0" i="0">
                <a:solidFill>
                  <a:srgbClr val="6C6A64"/>
                </a:solidFill>
                <a:latin typeface="Arial"/>
                <a:ea typeface="Arial"/>
                <a:cs typeface="Arial"/>
              </a:defRPr>
            </a:lvl2pPr>
            <a:lvl3pPr algn="l">
              <a:defRPr sz="585" b="0" i="0">
                <a:solidFill>
                  <a:srgbClr val="6C6A64"/>
                </a:solidFill>
                <a:latin typeface="Arial"/>
                <a:ea typeface="Arial"/>
                <a:cs typeface="Arial"/>
              </a:defRPr>
            </a:lvl3pPr>
            <a:lvl4pPr algn="l">
              <a:defRPr sz="585" b="0" i="0">
                <a:solidFill>
                  <a:srgbClr val="6C6A64"/>
                </a:solidFill>
                <a:latin typeface="Arial"/>
                <a:ea typeface="Arial"/>
                <a:cs typeface="Arial"/>
              </a:defRPr>
            </a:lvl4pPr>
            <a:lvl5pPr algn="l">
              <a:defRPr sz="585" b="0" i="0">
                <a:solidFill>
                  <a:srgbClr val="6C6A64"/>
                </a:solidFill>
                <a:latin typeface="Arial"/>
                <a:ea typeface="Arial"/>
                <a:cs typeface="Arial"/>
              </a:defRPr>
            </a:lvl5pPr>
            <a:lvl6pPr algn="l">
              <a:defRPr sz="585" b="0" i="0">
                <a:solidFill>
                  <a:srgbClr val="6C6A64"/>
                </a:solidFill>
                <a:latin typeface="Arial"/>
                <a:ea typeface="Arial"/>
                <a:cs typeface="Arial"/>
              </a:defRPr>
            </a:lvl6pPr>
            <a:lvl7pPr algn="l">
              <a:defRPr sz="585" b="0" i="0">
                <a:solidFill>
                  <a:srgbClr val="6C6A64"/>
                </a:solidFill>
                <a:latin typeface="Arial"/>
                <a:ea typeface="Arial"/>
                <a:cs typeface="Arial"/>
              </a:defRPr>
            </a:lvl7pPr>
            <a:lvl8pPr algn="l">
              <a:defRPr sz="585" b="0" i="0">
                <a:solidFill>
                  <a:srgbClr val="6C6A64"/>
                </a:solidFill>
                <a:latin typeface="Arial"/>
                <a:ea typeface="Arial"/>
                <a:cs typeface="Arial"/>
              </a:defRPr>
            </a:lvl8pPr>
            <a:lvl9pPr algn="l">
              <a:defRPr sz="585" b="0" i="0">
                <a:solidFill>
                  <a:srgbClr val="6C6A64"/>
                </a:solidFill>
                <a:latin typeface="Arial"/>
                <a:ea typeface="Arial"/>
                <a:cs typeface="Arial"/>
              </a:defRPr>
            </a:lvl9pPr>
          </a:lstStyle>
          <a:p xmlns:a="http://schemas.openxmlformats.org/drawingml/2006/main">
            <a:pPr algn="l">
              <a:defRPr sz="585" b="0" i="0">
                <a:solidFill>
                  <a:srgbClr val="6C6A64"/>
                </a:solidFill>
                <a:latin typeface="Arial"/>
                <a:ea typeface="Arial"/>
                <a:cs typeface="Arial"/>
              </a:defRPr>
            </a:pPr>
            <a:r>
              <a:rPr sz="585" b="0" i="0">
                <a:solidFill>
                  <a:srgbClr val="6C6A64"/>
                </a:solidFill>
                <a:latin typeface="Arial"/>
                <a:ea typeface="Arial"/>
                <a:cs typeface="Arial"/>
              </a:rPr>
              <a:t>missing names and incomplete fields</a:t>
            </a:r>
          </a:p>
        </p:txBody>
      </p:sp>
      <p:sp>
        <p:nvSpPr>
          <p:cNvPr id="32" name="">
            <a:extLst xmlns:a="http://schemas.openxmlformats.org/drawingml/2006/main">
              <a:ext uri="{FF2B5EF4-FFF2-40B4-BE49-F238E27FC236}">
                <a16:creationId xmlns:a16="http://schemas.microsoft.com/office/drawing/2014/main" id="{5D876C75-CFA9-40E2-849A-E05046AF5696}"/>
              </a:ext>
            </a:extLst>
          </p:cNvPr>
          <p:cNvSpPr>
            <a:spLocks xmlns:a="http://schemas.openxmlformats.org/drawingml/2006/main" noGrp="1"/>
          </p:cNvSpPr>
          <p:nvPr/>
        </p:nvSpPr>
        <p:spPr>
          <a:xfrm xmlns:a="http://schemas.openxmlformats.org/drawingml/2006/main">
            <a:off x="7829550" y="3009900"/>
            <a:ext cx="1924050" cy="1162050"/>
          </a:xfrm>
          <a:prstGeom xmlns:a="http://schemas.openxmlformats.org/drawingml/2006/main" prst="rect">
            <a:avLst/>
          </a:prstGeom>
          <a:solidFill xmlns:a="http://schemas.openxmlformats.org/drawingml/2006/main">
            <a:srgbClr val="E8E6E0"/>
          </a:solidFill>
          <a:ln xmlns:a="http://schemas.openxmlformats.org/drawingml/2006/main" w="9525">
            <a:solidFill>
              <a:srgbClr val="B9B6AE"/>
            </a:solidFill>
            <a:prstDash val="solid"/>
          </a:ln>
        </p:spPr>
      </p:sp>
      <p:sp>
        <p:nvSpPr>
          <p:cNvPr id="33" name="">
            <a:extLst xmlns:a="http://schemas.openxmlformats.org/drawingml/2006/main">
              <a:ext uri="{FF2B5EF4-FFF2-40B4-BE49-F238E27FC236}">
                <a16:creationId xmlns:a16="http://schemas.microsoft.com/office/drawing/2014/main" id="{D857AF7A-5765-4EF5-BC82-6BDA39CC7CAD}"/>
              </a:ext>
            </a:extLst>
          </p:cNvPr>
          <p:cNvSpPr>
            <a:spLocks xmlns:a="http://schemas.openxmlformats.org/drawingml/2006/main" noGrp="1"/>
          </p:cNvSpPr>
          <p:nvPr/>
        </p:nvSpPr>
        <p:spPr>
          <a:xfrm xmlns:a="http://schemas.openxmlformats.org/drawingml/2006/main">
            <a:off x="7962900" y="3143250"/>
            <a:ext cx="16573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585" b="1" i="0">
                <a:solidFill>
                  <a:srgbClr val="557A76"/>
                </a:solidFill>
                <a:latin typeface="Arial"/>
                <a:ea typeface="Arial"/>
                <a:cs typeface="Arial"/>
              </a:defRPr>
            </a:defPPr>
            <a:lvl1pPr algn="l">
              <a:defRPr sz="585" b="1" i="0">
                <a:solidFill>
                  <a:srgbClr val="557A76"/>
                </a:solidFill>
                <a:latin typeface="Arial"/>
                <a:ea typeface="Arial"/>
                <a:cs typeface="Arial"/>
              </a:defRPr>
            </a:lvl1pPr>
            <a:lvl2pPr algn="l">
              <a:defRPr sz="585" b="1" i="0">
                <a:solidFill>
                  <a:srgbClr val="557A76"/>
                </a:solidFill>
                <a:latin typeface="Arial"/>
                <a:ea typeface="Arial"/>
                <a:cs typeface="Arial"/>
              </a:defRPr>
            </a:lvl2pPr>
            <a:lvl3pPr algn="l">
              <a:defRPr sz="585" b="1" i="0">
                <a:solidFill>
                  <a:srgbClr val="557A76"/>
                </a:solidFill>
                <a:latin typeface="Arial"/>
                <a:ea typeface="Arial"/>
                <a:cs typeface="Arial"/>
              </a:defRPr>
            </a:lvl3pPr>
            <a:lvl4pPr algn="l">
              <a:defRPr sz="585" b="1" i="0">
                <a:solidFill>
                  <a:srgbClr val="557A76"/>
                </a:solidFill>
                <a:latin typeface="Arial"/>
                <a:ea typeface="Arial"/>
                <a:cs typeface="Arial"/>
              </a:defRPr>
            </a:lvl4pPr>
            <a:lvl5pPr algn="l">
              <a:defRPr sz="585" b="1" i="0">
                <a:solidFill>
                  <a:srgbClr val="557A76"/>
                </a:solidFill>
                <a:latin typeface="Arial"/>
                <a:ea typeface="Arial"/>
                <a:cs typeface="Arial"/>
              </a:defRPr>
            </a:lvl5pPr>
            <a:lvl6pPr algn="l">
              <a:defRPr sz="585" b="1" i="0">
                <a:solidFill>
                  <a:srgbClr val="557A76"/>
                </a:solidFill>
                <a:latin typeface="Arial"/>
                <a:ea typeface="Arial"/>
                <a:cs typeface="Arial"/>
              </a:defRPr>
            </a:lvl6pPr>
            <a:lvl7pPr algn="l">
              <a:defRPr sz="585" b="1" i="0">
                <a:solidFill>
                  <a:srgbClr val="557A76"/>
                </a:solidFill>
                <a:latin typeface="Arial"/>
                <a:ea typeface="Arial"/>
                <a:cs typeface="Arial"/>
              </a:defRPr>
            </a:lvl7pPr>
            <a:lvl8pPr algn="l">
              <a:defRPr sz="585" b="1" i="0">
                <a:solidFill>
                  <a:srgbClr val="557A76"/>
                </a:solidFill>
                <a:latin typeface="Arial"/>
                <a:ea typeface="Arial"/>
                <a:cs typeface="Arial"/>
              </a:defRPr>
            </a:lvl8pPr>
            <a:lvl9pPr algn="l">
              <a:defRPr sz="585" b="1" i="0">
                <a:solidFill>
                  <a:srgbClr val="557A76"/>
                </a:solidFill>
                <a:latin typeface="Arial"/>
                <a:ea typeface="Arial"/>
                <a:cs typeface="Arial"/>
              </a:defRPr>
            </a:lvl9pPr>
          </a:lstStyle>
          <a:p xmlns:a="http://schemas.openxmlformats.org/drawingml/2006/main">
            <a:pPr algn="l">
              <a:defRPr sz="585" b="1" i="0">
                <a:solidFill>
                  <a:srgbClr val="557A76"/>
                </a:solidFill>
                <a:latin typeface="Arial"/>
                <a:ea typeface="Arial"/>
                <a:cs typeface="Arial"/>
              </a:defRPr>
            </a:pPr>
            <a:r>
              <a:rPr sz="585" b="1" i="0">
                <a:solidFill>
                  <a:srgbClr val="557A76"/>
                </a:solidFill>
                <a:latin typeface="Arial"/>
                <a:ea typeface="Arial"/>
                <a:cs typeface="Arial"/>
              </a:rPr>
              <a:t>ASSET NEEDED</a:t>
            </a:r>
          </a:p>
        </p:txBody>
      </p:sp>
      <p:sp>
        <p:nvSpPr>
          <p:cNvPr id="34" name="">
            <a:extLst xmlns:a="http://schemas.openxmlformats.org/drawingml/2006/main">
              <a:ext uri="{FF2B5EF4-FFF2-40B4-BE49-F238E27FC236}">
                <a16:creationId xmlns:a16="http://schemas.microsoft.com/office/drawing/2014/main" id="{509D4AA8-003E-4A0E-98FA-F5A930EACCC2}"/>
              </a:ext>
            </a:extLst>
          </p:cNvPr>
          <p:cNvSpPr>
            <a:spLocks xmlns:a="http://schemas.openxmlformats.org/drawingml/2006/main" noGrp="1"/>
          </p:cNvSpPr>
          <p:nvPr/>
        </p:nvSpPr>
        <p:spPr>
          <a:xfrm xmlns:a="http://schemas.openxmlformats.org/drawingml/2006/main">
            <a:off x="7962900" y="347472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975" b="0" i="0">
                <a:solidFill>
                  <a:srgbClr val="171715"/>
                </a:solidFill>
                <a:latin typeface="Georgia"/>
                <a:ea typeface="Georgia"/>
                <a:cs typeface="Georgia"/>
              </a:defRPr>
            </a:defPPr>
            <a:lvl1pPr algn="l">
              <a:defRPr sz="975" b="0" i="0">
                <a:solidFill>
                  <a:srgbClr val="171715"/>
                </a:solidFill>
                <a:latin typeface="Georgia"/>
                <a:ea typeface="Georgia"/>
                <a:cs typeface="Georgia"/>
              </a:defRPr>
            </a:lvl1pPr>
            <a:lvl2pPr algn="l">
              <a:defRPr sz="975" b="0" i="0">
                <a:solidFill>
                  <a:srgbClr val="171715"/>
                </a:solidFill>
                <a:latin typeface="Georgia"/>
                <a:ea typeface="Georgia"/>
                <a:cs typeface="Georgia"/>
              </a:defRPr>
            </a:lvl2pPr>
            <a:lvl3pPr algn="l">
              <a:defRPr sz="975" b="0" i="0">
                <a:solidFill>
                  <a:srgbClr val="171715"/>
                </a:solidFill>
                <a:latin typeface="Georgia"/>
                <a:ea typeface="Georgia"/>
                <a:cs typeface="Georgia"/>
              </a:defRPr>
            </a:lvl3pPr>
            <a:lvl4pPr algn="l">
              <a:defRPr sz="975" b="0" i="0">
                <a:solidFill>
                  <a:srgbClr val="171715"/>
                </a:solidFill>
                <a:latin typeface="Georgia"/>
                <a:ea typeface="Georgia"/>
                <a:cs typeface="Georgia"/>
              </a:defRPr>
            </a:lvl4pPr>
            <a:lvl5pPr algn="l">
              <a:defRPr sz="975" b="0" i="0">
                <a:solidFill>
                  <a:srgbClr val="171715"/>
                </a:solidFill>
                <a:latin typeface="Georgia"/>
                <a:ea typeface="Georgia"/>
                <a:cs typeface="Georgia"/>
              </a:defRPr>
            </a:lvl5pPr>
            <a:lvl6pPr algn="l">
              <a:defRPr sz="975" b="0" i="0">
                <a:solidFill>
                  <a:srgbClr val="171715"/>
                </a:solidFill>
                <a:latin typeface="Georgia"/>
                <a:ea typeface="Georgia"/>
                <a:cs typeface="Georgia"/>
              </a:defRPr>
            </a:lvl6pPr>
            <a:lvl7pPr algn="l">
              <a:defRPr sz="975" b="0" i="0">
                <a:solidFill>
                  <a:srgbClr val="171715"/>
                </a:solidFill>
                <a:latin typeface="Georgia"/>
                <a:ea typeface="Georgia"/>
                <a:cs typeface="Georgia"/>
              </a:defRPr>
            </a:lvl7pPr>
            <a:lvl8pPr algn="l">
              <a:defRPr sz="975" b="0" i="0">
                <a:solidFill>
                  <a:srgbClr val="171715"/>
                </a:solidFill>
                <a:latin typeface="Georgia"/>
                <a:ea typeface="Georgia"/>
                <a:cs typeface="Georgia"/>
              </a:defRPr>
            </a:lvl8pPr>
            <a:lvl9pPr algn="l">
              <a:defRPr sz="975" b="0" i="0">
                <a:solidFill>
                  <a:srgbClr val="171715"/>
                </a:solidFill>
                <a:latin typeface="Georgia"/>
                <a:ea typeface="Georgia"/>
                <a:cs typeface="Georgia"/>
              </a:defRPr>
            </a:lvl9pPr>
          </a:lstStyle>
          <a:p xmlns:a="http://schemas.openxmlformats.org/drawingml/2006/main">
            <a:pPr algn="l">
              <a:defRPr sz="975" b="0" i="0">
                <a:solidFill>
                  <a:srgbClr val="171715"/>
                </a:solidFill>
                <a:latin typeface="Georgia"/>
                <a:ea typeface="Georgia"/>
                <a:cs typeface="Georgia"/>
              </a:defRPr>
            </a:pPr>
            <a:r>
              <a:rPr sz="975" b="0" i="0">
                <a:solidFill>
                  <a:srgbClr val="171715"/>
                </a:solidFill>
                <a:latin typeface="Georgia"/>
                <a:ea typeface="Georgia"/>
                <a:cs typeface="Georgia"/>
              </a:rPr>
              <a:t>Body selection</a:t>
            </a:r>
          </a:p>
        </p:txBody>
      </p:sp>
      <p:sp>
        <p:nvSpPr>
          <p:cNvPr id="35" name="">
            <a:extLst xmlns:a="http://schemas.openxmlformats.org/drawingml/2006/main">
              <a:ext uri="{FF2B5EF4-FFF2-40B4-BE49-F238E27FC236}">
                <a16:creationId xmlns:a16="http://schemas.microsoft.com/office/drawing/2014/main" id="{E623012E-1291-49FD-A645-DB0091ED5CDB}"/>
              </a:ext>
            </a:extLst>
          </p:cNvPr>
          <p:cNvSpPr>
            <a:spLocks xmlns:a="http://schemas.openxmlformats.org/drawingml/2006/main" noGrp="1"/>
          </p:cNvSpPr>
          <p:nvPr/>
        </p:nvSpPr>
        <p:spPr>
          <a:xfrm xmlns:a="http://schemas.openxmlformats.org/drawingml/2006/main">
            <a:off x="7962900" y="3810000"/>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585" b="0" i="0">
                <a:solidFill>
                  <a:srgbClr val="6C6A64"/>
                </a:solidFill>
                <a:latin typeface="Arial"/>
                <a:ea typeface="Arial"/>
                <a:cs typeface="Arial"/>
              </a:defRPr>
            </a:defPPr>
            <a:lvl1pPr algn="l">
              <a:defRPr sz="585" b="0" i="0">
                <a:solidFill>
                  <a:srgbClr val="6C6A64"/>
                </a:solidFill>
                <a:latin typeface="Arial"/>
                <a:ea typeface="Arial"/>
                <a:cs typeface="Arial"/>
              </a:defRPr>
            </a:lvl1pPr>
            <a:lvl2pPr algn="l">
              <a:defRPr sz="585" b="0" i="0">
                <a:solidFill>
                  <a:srgbClr val="6C6A64"/>
                </a:solidFill>
                <a:latin typeface="Arial"/>
                <a:ea typeface="Arial"/>
                <a:cs typeface="Arial"/>
              </a:defRPr>
            </a:lvl2pPr>
            <a:lvl3pPr algn="l">
              <a:defRPr sz="585" b="0" i="0">
                <a:solidFill>
                  <a:srgbClr val="6C6A64"/>
                </a:solidFill>
                <a:latin typeface="Arial"/>
                <a:ea typeface="Arial"/>
                <a:cs typeface="Arial"/>
              </a:defRPr>
            </a:lvl3pPr>
            <a:lvl4pPr algn="l">
              <a:defRPr sz="585" b="0" i="0">
                <a:solidFill>
                  <a:srgbClr val="6C6A64"/>
                </a:solidFill>
                <a:latin typeface="Arial"/>
                <a:ea typeface="Arial"/>
                <a:cs typeface="Arial"/>
              </a:defRPr>
            </a:lvl4pPr>
            <a:lvl5pPr algn="l">
              <a:defRPr sz="585" b="0" i="0">
                <a:solidFill>
                  <a:srgbClr val="6C6A64"/>
                </a:solidFill>
                <a:latin typeface="Arial"/>
                <a:ea typeface="Arial"/>
                <a:cs typeface="Arial"/>
              </a:defRPr>
            </a:lvl5pPr>
            <a:lvl6pPr algn="l">
              <a:defRPr sz="585" b="0" i="0">
                <a:solidFill>
                  <a:srgbClr val="6C6A64"/>
                </a:solidFill>
                <a:latin typeface="Arial"/>
                <a:ea typeface="Arial"/>
                <a:cs typeface="Arial"/>
              </a:defRPr>
            </a:lvl6pPr>
            <a:lvl7pPr algn="l">
              <a:defRPr sz="585" b="0" i="0">
                <a:solidFill>
                  <a:srgbClr val="6C6A64"/>
                </a:solidFill>
                <a:latin typeface="Arial"/>
                <a:ea typeface="Arial"/>
                <a:cs typeface="Arial"/>
              </a:defRPr>
            </a:lvl7pPr>
            <a:lvl8pPr algn="l">
              <a:defRPr sz="585" b="0" i="0">
                <a:solidFill>
                  <a:srgbClr val="6C6A64"/>
                </a:solidFill>
                <a:latin typeface="Arial"/>
                <a:ea typeface="Arial"/>
                <a:cs typeface="Arial"/>
              </a:defRPr>
            </a:lvl8pPr>
            <a:lvl9pPr algn="l">
              <a:defRPr sz="585" b="0" i="0">
                <a:solidFill>
                  <a:srgbClr val="6C6A64"/>
                </a:solidFill>
                <a:latin typeface="Arial"/>
                <a:ea typeface="Arial"/>
                <a:cs typeface="Arial"/>
              </a:defRPr>
            </a:lvl9pPr>
          </a:lstStyle>
          <a:p xmlns:a="http://schemas.openxmlformats.org/drawingml/2006/main">
            <a:pPr algn="l">
              <a:defRPr sz="585" b="0" i="0">
                <a:solidFill>
                  <a:srgbClr val="6C6A64"/>
                </a:solidFill>
                <a:latin typeface="Arial"/>
                <a:ea typeface="Arial"/>
                <a:cs typeface="Arial"/>
              </a:defRPr>
            </a:pPr>
            <a:r>
              <a:rPr sz="585" b="0" i="0">
                <a:solidFill>
                  <a:srgbClr val="6C6A64"/>
                </a:solidFill>
                <a:latin typeface="Arial"/>
                <a:ea typeface="Arial"/>
                <a:cs typeface="Arial"/>
              </a:rPr>
              <a:t>cursor, scan frame, or selection box</a:t>
            </a:r>
          </a:p>
        </p:txBody>
      </p:sp>
      <p:sp>
        <p:nvSpPr>
          <p:cNvPr id="36" name="">
            <a:extLst xmlns:a="http://schemas.openxmlformats.org/drawingml/2006/main">
              <a:ext uri="{FF2B5EF4-FFF2-40B4-BE49-F238E27FC236}">
                <a16:creationId xmlns:a16="http://schemas.microsoft.com/office/drawing/2014/main" id="{9C156228-05E8-4D10-870B-3AAAEB8DD484}"/>
              </a:ext>
            </a:extLst>
          </p:cNvPr>
          <p:cNvSpPr>
            <a:spLocks xmlns:a="http://schemas.openxmlformats.org/drawingml/2006/main" noGrp="1"/>
          </p:cNvSpPr>
          <p:nvPr/>
        </p:nvSpPr>
        <p:spPr>
          <a:xfrm xmlns:a="http://schemas.openxmlformats.org/drawingml/2006/main">
            <a:off x="3524250" y="4552950"/>
            <a:ext cx="228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750" b="1" i="0">
                <a:solidFill>
                  <a:srgbClr val="557A76"/>
                </a:solidFill>
                <a:latin typeface="Arial"/>
                <a:ea typeface="Arial"/>
                <a:cs typeface="Arial"/>
              </a:defRPr>
            </a:defPPr>
            <a:lvl1pPr algn="l">
              <a:defRPr sz="750" b="1" i="0">
                <a:solidFill>
                  <a:srgbClr val="557A76"/>
                </a:solidFill>
                <a:latin typeface="Arial"/>
                <a:ea typeface="Arial"/>
                <a:cs typeface="Arial"/>
              </a:defRPr>
            </a:lvl1pPr>
            <a:lvl2pPr algn="l">
              <a:defRPr sz="750" b="1" i="0">
                <a:solidFill>
                  <a:srgbClr val="557A76"/>
                </a:solidFill>
                <a:latin typeface="Arial"/>
                <a:ea typeface="Arial"/>
                <a:cs typeface="Arial"/>
              </a:defRPr>
            </a:lvl2pPr>
            <a:lvl3pPr algn="l">
              <a:defRPr sz="750" b="1" i="0">
                <a:solidFill>
                  <a:srgbClr val="557A76"/>
                </a:solidFill>
                <a:latin typeface="Arial"/>
                <a:ea typeface="Arial"/>
                <a:cs typeface="Arial"/>
              </a:defRPr>
            </a:lvl3pPr>
            <a:lvl4pPr algn="l">
              <a:defRPr sz="750" b="1" i="0">
                <a:solidFill>
                  <a:srgbClr val="557A76"/>
                </a:solidFill>
                <a:latin typeface="Arial"/>
                <a:ea typeface="Arial"/>
                <a:cs typeface="Arial"/>
              </a:defRPr>
            </a:lvl4pPr>
            <a:lvl5pPr algn="l">
              <a:defRPr sz="750" b="1" i="0">
                <a:solidFill>
                  <a:srgbClr val="557A76"/>
                </a:solidFill>
                <a:latin typeface="Arial"/>
                <a:ea typeface="Arial"/>
                <a:cs typeface="Arial"/>
              </a:defRPr>
            </a:lvl5pPr>
            <a:lvl6pPr algn="l">
              <a:defRPr sz="750" b="1" i="0">
                <a:solidFill>
                  <a:srgbClr val="557A76"/>
                </a:solidFill>
                <a:latin typeface="Arial"/>
                <a:ea typeface="Arial"/>
                <a:cs typeface="Arial"/>
              </a:defRPr>
            </a:lvl6pPr>
            <a:lvl7pPr algn="l">
              <a:defRPr sz="750" b="1" i="0">
                <a:solidFill>
                  <a:srgbClr val="557A76"/>
                </a:solidFill>
                <a:latin typeface="Arial"/>
                <a:ea typeface="Arial"/>
                <a:cs typeface="Arial"/>
              </a:defRPr>
            </a:lvl7pPr>
            <a:lvl8pPr algn="l">
              <a:defRPr sz="750" b="1" i="0">
                <a:solidFill>
                  <a:srgbClr val="557A76"/>
                </a:solidFill>
                <a:latin typeface="Arial"/>
                <a:ea typeface="Arial"/>
                <a:cs typeface="Arial"/>
              </a:defRPr>
            </a:lvl8pPr>
            <a:lvl9pPr algn="l">
              <a:defRPr sz="750" b="1" i="0">
                <a:solidFill>
                  <a:srgbClr val="557A76"/>
                </a:solidFill>
                <a:latin typeface="Arial"/>
                <a:ea typeface="Arial"/>
                <a:cs typeface="Arial"/>
              </a:defRPr>
            </a:lvl9pPr>
          </a:lstStyle>
          <a:p xmlns:a="http://schemas.openxmlformats.org/drawingml/2006/main">
            <a:pPr algn="l">
              <a:defRPr sz="750" b="1" i="0">
                <a:solidFill>
                  <a:srgbClr val="557A76"/>
                </a:solidFill>
                <a:latin typeface="Arial"/>
                <a:ea typeface="Arial"/>
                <a:cs typeface="Arial"/>
              </a:defRPr>
            </a:pPr>
            <a:r>
              <a:rPr sz="750" b="1" i="0">
                <a:solidFill>
                  <a:srgbClr val="557A76"/>
                </a:solidFill>
                <a:latin typeface="Arial"/>
                <a:ea typeface="Arial"/>
                <a:cs typeface="Arial"/>
              </a:rPr>
              <a:t>C</a:t>
            </a:r>
          </a:p>
        </p:txBody>
      </p:sp>
      <p:sp>
        <p:nvSpPr>
          <p:cNvPr id="37" name="">
            <a:extLst xmlns:a="http://schemas.openxmlformats.org/drawingml/2006/main">
              <a:ext uri="{FF2B5EF4-FFF2-40B4-BE49-F238E27FC236}">
                <a16:creationId xmlns:a16="http://schemas.microsoft.com/office/drawing/2014/main" id="{43F67F01-BB09-491B-BF36-11088D97824F}"/>
              </a:ext>
            </a:extLst>
          </p:cNvPr>
          <p:cNvSpPr>
            <a:spLocks xmlns:a="http://schemas.openxmlformats.org/drawingml/2006/main" noGrp="1"/>
          </p:cNvSpPr>
          <p:nvPr/>
        </p:nvSpPr>
        <p:spPr>
          <a:xfrm xmlns:a="http://schemas.openxmlformats.org/drawingml/2006/main">
            <a:off x="3790950" y="4552950"/>
            <a:ext cx="6381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750" b="1" i="0">
                <a:solidFill>
                  <a:srgbClr val="6C6A64"/>
                </a:solidFill>
                <a:latin typeface="Arial"/>
                <a:ea typeface="Arial"/>
                <a:cs typeface="Arial"/>
              </a:defRPr>
            </a:defPPr>
            <a:lvl1pPr algn="l">
              <a:defRPr sz="750" b="1" i="0">
                <a:solidFill>
                  <a:srgbClr val="6C6A64"/>
                </a:solidFill>
                <a:latin typeface="Arial"/>
                <a:ea typeface="Arial"/>
                <a:cs typeface="Arial"/>
              </a:defRPr>
            </a:lvl1pPr>
            <a:lvl2pPr algn="l">
              <a:defRPr sz="750" b="1" i="0">
                <a:solidFill>
                  <a:srgbClr val="6C6A64"/>
                </a:solidFill>
                <a:latin typeface="Arial"/>
                <a:ea typeface="Arial"/>
                <a:cs typeface="Arial"/>
              </a:defRPr>
            </a:lvl2pPr>
            <a:lvl3pPr algn="l">
              <a:defRPr sz="750" b="1" i="0">
                <a:solidFill>
                  <a:srgbClr val="6C6A64"/>
                </a:solidFill>
                <a:latin typeface="Arial"/>
                <a:ea typeface="Arial"/>
                <a:cs typeface="Arial"/>
              </a:defRPr>
            </a:lvl3pPr>
            <a:lvl4pPr algn="l">
              <a:defRPr sz="750" b="1" i="0">
                <a:solidFill>
                  <a:srgbClr val="6C6A64"/>
                </a:solidFill>
                <a:latin typeface="Arial"/>
                <a:ea typeface="Arial"/>
                <a:cs typeface="Arial"/>
              </a:defRPr>
            </a:lvl4pPr>
            <a:lvl5pPr algn="l">
              <a:defRPr sz="750" b="1" i="0">
                <a:solidFill>
                  <a:srgbClr val="6C6A64"/>
                </a:solidFill>
                <a:latin typeface="Arial"/>
                <a:ea typeface="Arial"/>
                <a:cs typeface="Arial"/>
              </a:defRPr>
            </a:lvl5pPr>
            <a:lvl6pPr algn="l">
              <a:defRPr sz="750" b="1" i="0">
                <a:solidFill>
                  <a:srgbClr val="6C6A64"/>
                </a:solidFill>
                <a:latin typeface="Arial"/>
                <a:ea typeface="Arial"/>
                <a:cs typeface="Arial"/>
              </a:defRPr>
            </a:lvl6pPr>
            <a:lvl7pPr algn="l">
              <a:defRPr sz="750" b="1" i="0">
                <a:solidFill>
                  <a:srgbClr val="6C6A64"/>
                </a:solidFill>
                <a:latin typeface="Arial"/>
                <a:ea typeface="Arial"/>
                <a:cs typeface="Arial"/>
              </a:defRPr>
            </a:lvl7pPr>
            <a:lvl8pPr algn="l">
              <a:defRPr sz="750" b="1" i="0">
                <a:solidFill>
                  <a:srgbClr val="6C6A64"/>
                </a:solidFill>
                <a:latin typeface="Arial"/>
                <a:ea typeface="Arial"/>
                <a:cs typeface="Arial"/>
              </a:defRPr>
            </a:lvl8pPr>
            <a:lvl9pPr algn="l">
              <a:defRPr sz="750" b="1" i="0">
                <a:solidFill>
                  <a:srgbClr val="6C6A64"/>
                </a:solidFill>
                <a:latin typeface="Arial"/>
                <a:ea typeface="Arial"/>
                <a:cs typeface="Arial"/>
              </a:defRPr>
            </a:lvl9pPr>
          </a:lstStyle>
          <a:p xmlns:a="http://schemas.openxmlformats.org/drawingml/2006/main">
            <a:pPr algn="l">
              <a:defRPr sz="750" b="1" i="0">
                <a:solidFill>
                  <a:srgbClr val="6C6A64"/>
                </a:solidFill>
                <a:latin typeface="Arial"/>
                <a:ea typeface="Arial"/>
                <a:cs typeface="Arial"/>
              </a:defRPr>
            </a:pPr>
            <a:r>
              <a:rPr sz="750" b="1" i="0">
                <a:solidFill>
                  <a:srgbClr val="6C6A64"/>
                </a:solidFill>
                <a:latin typeface="Arial"/>
                <a:ea typeface="Arial"/>
                <a:cs typeface="Arial"/>
              </a:rPr>
              <a:t>COMPOSITION AND COLOUR TESTS</a:t>
            </a:r>
          </a:p>
        </p:txBody>
      </p:sp>
      <p:sp>
        <p:nvSpPr>
          <p:cNvPr id="38" name="">
            <a:extLst xmlns:a="http://schemas.openxmlformats.org/drawingml/2006/main">
              <a:ext uri="{FF2B5EF4-FFF2-40B4-BE49-F238E27FC236}">
                <a16:creationId xmlns:a16="http://schemas.microsoft.com/office/drawing/2014/main" id="{32E59773-5A3F-4340-9A4A-4D29D55B7078}"/>
              </a:ext>
            </a:extLst>
          </p:cNvPr>
          <p:cNvSpPr>
            <a:spLocks xmlns:a="http://schemas.openxmlformats.org/drawingml/2006/main" noGrp="1"/>
          </p:cNvSpPr>
          <p:nvPr/>
        </p:nvSpPr>
        <p:spPr>
          <a:xfrm xmlns:a="http://schemas.openxmlformats.org/drawingml/2006/main">
            <a:off x="3524250" y="4819650"/>
            <a:ext cx="1600200" cy="1123950"/>
          </a:xfrm>
          <a:prstGeom xmlns:a="http://schemas.openxmlformats.org/drawingml/2006/main" prst="rect">
            <a:avLst/>
          </a:prstGeom>
          <a:solidFill xmlns:a="http://schemas.openxmlformats.org/drawingml/2006/main">
            <a:srgbClr val="E8E6E0"/>
          </a:solidFill>
          <a:ln xmlns:a="http://schemas.openxmlformats.org/drawingml/2006/main" w="9525">
            <a:solidFill>
              <a:srgbClr val="B9B6AE"/>
            </a:solidFill>
            <a:prstDash val="solid"/>
          </a:ln>
        </p:spPr>
      </p:sp>
      <p:sp>
        <p:nvSpPr>
          <p:cNvPr id="39" name="">
            <a:extLst xmlns:a="http://schemas.openxmlformats.org/drawingml/2006/main">
              <a:ext uri="{FF2B5EF4-FFF2-40B4-BE49-F238E27FC236}">
                <a16:creationId xmlns:a16="http://schemas.microsoft.com/office/drawing/2014/main" id="{C75EE87C-63FF-4A48-9AE1-048AE0DF9FA3}"/>
              </a:ext>
            </a:extLst>
          </p:cNvPr>
          <p:cNvSpPr>
            <a:spLocks xmlns:a="http://schemas.openxmlformats.org/drawingml/2006/main" noGrp="1"/>
          </p:cNvSpPr>
          <p:nvPr/>
        </p:nvSpPr>
        <p:spPr>
          <a:xfrm xmlns:a="http://schemas.openxmlformats.org/drawingml/2006/main">
            <a:off x="3657600" y="4953000"/>
            <a:ext cx="1333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563" b="1" i="0">
                <a:solidFill>
                  <a:srgbClr val="557A76"/>
                </a:solidFill>
                <a:latin typeface="Arial"/>
                <a:ea typeface="Arial"/>
                <a:cs typeface="Arial"/>
              </a:defRPr>
            </a:defPPr>
            <a:lvl1pPr algn="l">
              <a:defRPr sz="563" b="1" i="0">
                <a:solidFill>
                  <a:srgbClr val="557A76"/>
                </a:solidFill>
                <a:latin typeface="Arial"/>
                <a:ea typeface="Arial"/>
                <a:cs typeface="Arial"/>
              </a:defRPr>
            </a:lvl1pPr>
            <a:lvl2pPr algn="l">
              <a:defRPr sz="563" b="1" i="0">
                <a:solidFill>
                  <a:srgbClr val="557A76"/>
                </a:solidFill>
                <a:latin typeface="Arial"/>
                <a:ea typeface="Arial"/>
                <a:cs typeface="Arial"/>
              </a:defRPr>
            </a:lvl2pPr>
            <a:lvl3pPr algn="l">
              <a:defRPr sz="563" b="1" i="0">
                <a:solidFill>
                  <a:srgbClr val="557A76"/>
                </a:solidFill>
                <a:latin typeface="Arial"/>
                <a:ea typeface="Arial"/>
                <a:cs typeface="Arial"/>
              </a:defRPr>
            </a:lvl3pPr>
            <a:lvl4pPr algn="l">
              <a:defRPr sz="563" b="1" i="0">
                <a:solidFill>
                  <a:srgbClr val="557A76"/>
                </a:solidFill>
                <a:latin typeface="Arial"/>
                <a:ea typeface="Arial"/>
                <a:cs typeface="Arial"/>
              </a:defRPr>
            </a:lvl4pPr>
            <a:lvl5pPr algn="l">
              <a:defRPr sz="563" b="1" i="0">
                <a:solidFill>
                  <a:srgbClr val="557A76"/>
                </a:solidFill>
                <a:latin typeface="Arial"/>
                <a:ea typeface="Arial"/>
                <a:cs typeface="Arial"/>
              </a:defRPr>
            </a:lvl5pPr>
            <a:lvl6pPr algn="l">
              <a:defRPr sz="563" b="1" i="0">
                <a:solidFill>
                  <a:srgbClr val="557A76"/>
                </a:solidFill>
                <a:latin typeface="Arial"/>
                <a:ea typeface="Arial"/>
                <a:cs typeface="Arial"/>
              </a:defRPr>
            </a:lvl6pPr>
            <a:lvl7pPr algn="l">
              <a:defRPr sz="563" b="1" i="0">
                <a:solidFill>
                  <a:srgbClr val="557A76"/>
                </a:solidFill>
                <a:latin typeface="Arial"/>
                <a:ea typeface="Arial"/>
                <a:cs typeface="Arial"/>
              </a:defRPr>
            </a:lvl7pPr>
            <a:lvl8pPr algn="l">
              <a:defRPr sz="563" b="1" i="0">
                <a:solidFill>
                  <a:srgbClr val="557A76"/>
                </a:solidFill>
                <a:latin typeface="Arial"/>
                <a:ea typeface="Arial"/>
                <a:cs typeface="Arial"/>
              </a:defRPr>
            </a:lvl8pPr>
            <a:lvl9pPr algn="l">
              <a:defRPr sz="563" b="1" i="0">
                <a:solidFill>
                  <a:srgbClr val="557A76"/>
                </a:solidFill>
                <a:latin typeface="Arial"/>
                <a:ea typeface="Arial"/>
                <a:cs typeface="Arial"/>
              </a:defRPr>
            </a:lvl9pPr>
          </a:lstStyle>
          <a:p xmlns:a="http://schemas.openxmlformats.org/drawingml/2006/main">
            <a:pPr algn="l">
              <a:defRPr sz="563" b="1" i="0">
                <a:solidFill>
                  <a:srgbClr val="557A76"/>
                </a:solidFill>
                <a:latin typeface="Arial"/>
                <a:ea typeface="Arial"/>
                <a:cs typeface="Arial"/>
              </a:defRPr>
            </a:pPr>
            <a:r>
              <a:rPr sz="563" b="1" i="0">
                <a:solidFill>
                  <a:srgbClr val="557A76"/>
                </a:solidFill>
                <a:latin typeface="Arial"/>
                <a:ea typeface="Arial"/>
                <a:cs typeface="Arial"/>
              </a:rPr>
              <a:t>ASSET NEEDED</a:t>
            </a:r>
          </a:p>
        </p:txBody>
      </p:sp>
      <p:sp>
        <p:nvSpPr>
          <p:cNvPr id="40" name="">
            <a:extLst xmlns:a="http://schemas.openxmlformats.org/drawingml/2006/main">
              <a:ext uri="{FF2B5EF4-FFF2-40B4-BE49-F238E27FC236}">
                <a16:creationId xmlns:a16="http://schemas.microsoft.com/office/drawing/2014/main" id="{E779F4A3-3050-4E7A-B9CA-18A765A67362}"/>
              </a:ext>
            </a:extLst>
          </p:cNvPr>
          <p:cNvSpPr>
            <a:spLocks xmlns:a="http://schemas.openxmlformats.org/drawingml/2006/main" noGrp="1"/>
          </p:cNvSpPr>
          <p:nvPr/>
        </p:nvSpPr>
        <p:spPr>
          <a:xfrm xmlns:a="http://schemas.openxmlformats.org/drawingml/2006/main">
            <a:off x="3657600" y="5269230"/>
            <a:ext cx="1333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900" b="0" i="0">
                <a:solidFill>
                  <a:srgbClr val="171715"/>
                </a:solidFill>
                <a:latin typeface="Georgia"/>
                <a:ea typeface="Georgia"/>
                <a:cs typeface="Georgia"/>
              </a:defRPr>
            </a:defPPr>
            <a:lvl1pPr algn="l">
              <a:defRPr sz="900" b="0" i="0">
                <a:solidFill>
                  <a:srgbClr val="171715"/>
                </a:solidFill>
                <a:latin typeface="Georgia"/>
                <a:ea typeface="Georgia"/>
                <a:cs typeface="Georgia"/>
              </a:defRPr>
            </a:lvl1pPr>
            <a:lvl2pPr algn="l">
              <a:defRPr sz="900" b="0" i="0">
                <a:solidFill>
                  <a:srgbClr val="171715"/>
                </a:solidFill>
                <a:latin typeface="Georgia"/>
                <a:ea typeface="Georgia"/>
                <a:cs typeface="Georgia"/>
              </a:defRPr>
            </a:lvl2pPr>
            <a:lvl3pPr algn="l">
              <a:defRPr sz="900" b="0" i="0">
                <a:solidFill>
                  <a:srgbClr val="171715"/>
                </a:solidFill>
                <a:latin typeface="Georgia"/>
                <a:ea typeface="Georgia"/>
                <a:cs typeface="Georgia"/>
              </a:defRPr>
            </a:lvl3pPr>
            <a:lvl4pPr algn="l">
              <a:defRPr sz="900" b="0" i="0">
                <a:solidFill>
                  <a:srgbClr val="171715"/>
                </a:solidFill>
                <a:latin typeface="Georgia"/>
                <a:ea typeface="Georgia"/>
                <a:cs typeface="Georgia"/>
              </a:defRPr>
            </a:lvl4pPr>
            <a:lvl5pPr algn="l">
              <a:defRPr sz="900" b="0" i="0">
                <a:solidFill>
                  <a:srgbClr val="171715"/>
                </a:solidFill>
                <a:latin typeface="Georgia"/>
                <a:ea typeface="Georgia"/>
                <a:cs typeface="Georgia"/>
              </a:defRPr>
            </a:lvl5pPr>
            <a:lvl6pPr algn="l">
              <a:defRPr sz="900" b="0" i="0">
                <a:solidFill>
                  <a:srgbClr val="171715"/>
                </a:solidFill>
                <a:latin typeface="Georgia"/>
                <a:ea typeface="Georgia"/>
                <a:cs typeface="Georgia"/>
              </a:defRPr>
            </a:lvl6pPr>
            <a:lvl7pPr algn="l">
              <a:defRPr sz="900" b="0" i="0">
                <a:solidFill>
                  <a:srgbClr val="171715"/>
                </a:solidFill>
                <a:latin typeface="Georgia"/>
                <a:ea typeface="Georgia"/>
                <a:cs typeface="Georgia"/>
              </a:defRPr>
            </a:lvl7pPr>
            <a:lvl8pPr algn="l">
              <a:defRPr sz="900" b="0" i="0">
                <a:solidFill>
                  <a:srgbClr val="171715"/>
                </a:solidFill>
                <a:latin typeface="Georgia"/>
                <a:ea typeface="Georgia"/>
                <a:cs typeface="Georgia"/>
              </a:defRPr>
            </a:lvl8pPr>
            <a:lvl9pPr algn="l">
              <a:defRPr sz="900" b="0" i="0">
                <a:solidFill>
                  <a:srgbClr val="171715"/>
                </a:solidFill>
                <a:latin typeface="Georgia"/>
                <a:ea typeface="Georgia"/>
                <a:cs typeface="Georgia"/>
              </a:defRPr>
            </a:lvl9pPr>
          </a:lstStyle>
          <a:p xmlns:a="http://schemas.openxmlformats.org/drawingml/2006/main">
            <a:pPr algn="l">
              <a:defRPr sz="900" b="0" i="0">
                <a:solidFill>
                  <a:srgbClr val="171715"/>
                </a:solidFill>
                <a:latin typeface="Georgia"/>
                <a:ea typeface="Georgia"/>
                <a:cs typeface="Georgia"/>
              </a:defRPr>
            </a:pPr>
            <a:r>
              <a:rPr sz="900" b="0" i="0">
                <a:solidFill>
                  <a:srgbClr val="171715"/>
                </a:solidFill>
                <a:latin typeface="Georgia"/>
                <a:ea typeface="Georgia"/>
                <a:cs typeface="Georgia"/>
              </a:rPr>
              <a:t>composition-test-01</a:t>
            </a:r>
          </a:p>
        </p:txBody>
      </p:sp>
      <p:sp>
        <p:nvSpPr>
          <p:cNvPr id="41" name="">
            <a:extLst xmlns:a="http://schemas.openxmlformats.org/drawingml/2006/main">
              <a:ext uri="{FF2B5EF4-FFF2-40B4-BE49-F238E27FC236}">
                <a16:creationId xmlns:a16="http://schemas.microsoft.com/office/drawing/2014/main" id="{649F4581-D953-478A-A416-B1AFEBC66FED}"/>
              </a:ext>
            </a:extLst>
          </p:cNvPr>
          <p:cNvSpPr>
            <a:spLocks xmlns:a="http://schemas.openxmlformats.org/drawingml/2006/main" noGrp="1"/>
          </p:cNvSpPr>
          <p:nvPr/>
        </p:nvSpPr>
        <p:spPr>
          <a:xfrm xmlns:a="http://schemas.openxmlformats.org/drawingml/2006/main">
            <a:off x="3657600" y="5581650"/>
            <a:ext cx="1333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600" b="0" i="0">
                <a:solidFill>
                  <a:srgbClr val="6C6A64"/>
                </a:solidFill>
                <a:latin typeface="Arial"/>
                <a:ea typeface="Arial"/>
                <a:cs typeface="Arial"/>
              </a:defRPr>
            </a:defPPr>
            <a:lvl1pPr algn="l">
              <a:defRPr sz="600" b="0" i="0">
                <a:solidFill>
                  <a:srgbClr val="6C6A64"/>
                </a:solidFill>
                <a:latin typeface="Arial"/>
                <a:ea typeface="Arial"/>
                <a:cs typeface="Arial"/>
              </a:defRPr>
            </a:lvl1pPr>
            <a:lvl2pPr algn="l">
              <a:defRPr sz="600" b="0" i="0">
                <a:solidFill>
                  <a:srgbClr val="6C6A64"/>
                </a:solidFill>
                <a:latin typeface="Arial"/>
                <a:ea typeface="Arial"/>
                <a:cs typeface="Arial"/>
              </a:defRPr>
            </a:lvl2pPr>
            <a:lvl3pPr algn="l">
              <a:defRPr sz="600" b="0" i="0">
                <a:solidFill>
                  <a:srgbClr val="6C6A64"/>
                </a:solidFill>
                <a:latin typeface="Arial"/>
                <a:ea typeface="Arial"/>
                <a:cs typeface="Arial"/>
              </a:defRPr>
            </a:lvl3pPr>
            <a:lvl4pPr algn="l">
              <a:defRPr sz="600" b="0" i="0">
                <a:solidFill>
                  <a:srgbClr val="6C6A64"/>
                </a:solidFill>
                <a:latin typeface="Arial"/>
                <a:ea typeface="Arial"/>
                <a:cs typeface="Arial"/>
              </a:defRPr>
            </a:lvl4pPr>
            <a:lvl5pPr algn="l">
              <a:defRPr sz="600" b="0" i="0">
                <a:solidFill>
                  <a:srgbClr val="6C6A64"/>
                </a:solidFill>
                <a:latin typeface="Arial"/>
                <a:ea typeface="Arial"/>
                <a:cs typeface="Arial"/>
              </a:defRPr>
            </a:lvl5pPr>
            <a:lvl6pPr algn="l">
              <a:defRPr sz="600" b="0" i="0">
                <a:solidFill>
                  <a:srgbClr val="6C6A64"/>
                </a:solidFill>
                <a:latin typeface="Arial"/>
                <a:ea typeface="Arial"/>
                <a:cs typeface="Arial"/>
              </a:defRPr>
            </a:lvl6pPr>
            <a:lvl7pPr algn="l">
              <a:defRPr sz="600" b="0" i="0">
                <a:solidFill>
                  <a:srgbClr val="6C6A64"/>
                </a:solidFill>
                <a:latin typeface="Arial"/>
                <a:ea typeface="Arial"/>
                <a:cs typeface="Arial"/>
              </a:defRPr>
            </a:lvl7pPr>
            <a:lvl8pPr algn="l">
              <a:defRPr sz="600" b="0" i="0">
                <a:solidFill>
                  <a:srgbClr val="6C6A64"/>
                </a:solidFill>
                <a:latin typeface="Arial"/>
                <a:ea typeface="Arial"/>
                <a:cs typeface="Arial"/>
              </a:defRPr>
            </a:lvl8pPr>
            <a:lvl9pPr algn="l">
              <a:defRPr sz="600" b="0" i="0">
                <a:solidFill>
                  <a:srgbClr val="6C6A64"/>
                </a:solidFill>
                <a:latin typeface="Arial"/>
                <a:ea typeface="Arial"/>
                <a:cs typeface="Arial"/>
              </a:defRPr>
            </a:lvl9pPr>
          </a:lstStyle>
          <a:p xmlns:a="http://schemas.openxmlformats.org/drawingml/2006/main">
            <a:pPr algn="l">
              <a:defRPr sz="600" b="0" i="0">
                <a:solidFill>
                  <a:srgbClr val="6C6A64"/>
                </a:solidFill>
                <a:latin typeface="Arial"/>
                <a:ea typeface="Arial"/>
                <a:cs typeface="Arial"/>
              </a:defRPr>
            </a:pPr>
            <a:r>
              <a:rPr sz="600" b="0" i="0">
                <a:solidFill>
                  <a:srgbClr val="6C6A64"/>
                </a:solidFill>
                <a:latin typeface="Arial"/>
                <a:ea typeface="Arial"/>
                <a:cs typeface="Arial"/>
              </a:rPr>
              <a:t>4:3 landscape</a:t>
            </a:r>
          </a:p>
        </p:txBody>
      </p:sp>
      <p:sp>
        <p:nvSpPr>
          <p:cNvPr id="42" name="">
            <a:extLst xmlns:a="http://schemas.openxmlformats.org/drawingml/2006/main">
              <a:ext uri="{FF2B5EF4-FFF2-40B4-BE49-F238E27FC236}">
                <a16:creationId xmlns:a16="http://schemas.microsoft.com/office/drawing/2014/main" id="{986C2DED-DF79-4402-96E4-C30DEBAC9E3A}"/>
              </a:ext>
            </a:extLst>
          </p:cNvPr>
          <p:cNvSpPr>
            <a:spLocks xmlns:a="http://schemas.openxmlformats.org/drawingml/2006/main" noGrp="1"/>
          </p:cNvSpPr>
          <p:nvPr/>
        </p:nvSpPr>
        <p:spPr>
          <a:xfrm xmlns:a="http://schemas.openxmlformats.org/drawingml/2006/main">
            <a:off x="5257800" y="4819650"/>
            <a:ext cx="1600200" cy="1123950"/>
          </a:xfrm>
          <a:prstGeom xmlns:a="http://schemas.openxmlformats.org/drawingml/2006/main" prst="rect">
            <a:avLst/>
          </a:prstGeom>
          <a:solidFill xmlns:a="http://schemas.openxmlformats.org/drawingml/2006/main">
            <a:srgbClr val="E8E6E0"/>
          </a:solidFill>
          <a:ln xmlns:a="http://schemas.openxmlformats.org/drawingml/2006/main" w="9525">
            <a:solidFill>
              <a:srgbClr val="B9B6AE"/>
            </a:solidFill>
            <a:prstDash val="solid"/>
          </a:ln>
        </p:spPr>
      </p:sp>
      <p:sp>
        <p:nvSpPr>
          <p:cNvPr id="43" name="">
            <a:extLst xmlns:a="http://schemas.openxmlformats.org/drawingml/2006/main">
              <a:ext uri="{FF2B5EF4-FFF2-40B4-BE49-F238E27FC236}">
                <a16:creationId xmlns:a16="http://schemas.microsoft.com/office/drawing/2014/main" id="{956BCDB3-0296-4272-A9E6-F16A4FF56B64}"/>
              </a:ext>
            </a:extLst>
          </p:cNvPr>
          <p:cNvSpPr>
            <a:spLocks xmlns:a="http://schemas.openxmlformats.org/drawingml/2006/main" noGrp="1"/>
          </p:cNvSpPr>
          <p:nvPr/>
        </p:nvSpPr>
        <p:spPr>
          <a:xfrm xmlns:a="http://schemas.openxmlformats.org/drawingml/2006/main">
            <a:off x="5391150" y="4953000"/>
            <a:ext cx="1333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563" b="1" i="0">
                <a:solidFill>
                  <a:srgbClr val="557A76"/>
                </a:solidFill>
                <a:latin typeface="Arial"/>
                <a:ea typeface="Arial"/>
                <a:cs typeface="Arial"/>
              </a:defRPr>
            </a:defPPr>
            <a:lvl1pPr algn="l">
              <a:defRPr sz="563" b="1" i="0">
                <a:solidFill>
                  <a:srgbClr val="557A76"/>
                </a:solidFill>
                <a:latin typeface="Arial"/>
                <a:ea typeface="Arial"/>
                <a:cs typeface="Arial"/>
              </a:defRPr>
            </a:lvl1pPr>
            <a:lvl2pPr algn="l">
              <a:defRPr sz="563" b="1" i="0">
                <a:solidFill>
                  <a:srgbClr val="557A76"/>
                </a:solidFill>
                <a:latin typeface="Arial"/>
                <a:ea typeface="Arial"/>
                <a:cs typeface="Arial"/>
              </a:defRPr>
            </a:lvl2pPr>
            <a:lvl3pPr algn="l">
              <a:defRPr sz="563" b="1" i="0">
                <a:solidFill>
                  <a:srgbClr val="557A76"/>
                </a:solidFill>
                <a:latin typeface="Arial"/>
                <a:ea typeface="Arial"/>
                <a:cs typeface="Arial"/>
              </a:defRPr>
            </a:lvl3pPr>
            <a:lvl4pPr algn="l">
              <a:defRPr sz="563" b="1" i="0">
                <a:solidFill>
                  <a:srgbClr val="557A76"/>
                </a:solidFill>
                <a:latin typeface="Arial"/>
                <a:ea typeface="Arial"/>
                <a:cs typeface="Arial"/>
              </a:defRPr>
            </a:lvl4pPr>
            <a:lvl5pPr algn="l">
              <a:defRPr sz="563" b="1" i="0">
                <a:solidFill>
                  <a:srgbClr val="557A76"/>
                </a:solidFill>
                <a:latin typeface="Arial"/>
                <a:ea typeface="Arial"/>
                <a:cs typeface="Arial"/>
              </a:defRPr>
            </a:lvl5pPr>
            <a:lvl6pPr algn="l">
              <a:defRPr sz="563" b="1" i="0">
                <a:solidFill>
                  <a:srgbClr val="557A76"/>
                </a:solidFill>
                <a:latin typeface="Arial"/>
                <a:ea typeface="Arial"/>
                <a:cs typeface="Arial"/>
              </a:defRPr>
            </a:lvl6pPr>
            <a:lvl7pPr algn="l">
              <a:defRPr sz="563" b="1" i="0">
                <a:solidFill>
                  <a:srgbClr val="557A76"/>
                </a:solidFill>
                <a:latin typeface="Arial"/>
                <a:ea typeface="Arial"/>
                <a:cs typeface="Arial"/>
              </a:defRPr>
            </a:lvl7pPr>
            <a:lvl8pPr algn="l">
              <a:defRPr sz="563" b="1" i="0">
                <a:solidFill>
                  <a:srgbClr val="557A76"/>
                </a:solidFill>
                <a:latin typeface="Arial"/>
                <a:ea typeface="Arial"/>
                <a:cs typeface="Arial"/>
              </a:defRPr>
            </a:lvl8pPr>
            <a:lvl9pPr algn="l">
              <a:defRPr sz="563" b="1" i="0">
                <a:solidFill>
                  <a:srgbClr val="557A76"/>
                </a:solidFill>
                <a:latin typeface="Arial"/>
                <a:ea typeface="Arial"/>
                <a:cs typeface="Arial"/>
              </a:defRPr>
            </a:lvl9pPr>
          </a:lstStyle>
          <a:p xmlns:a="http://schemas.openxmlformats.org/drawingml/2006/main">
            <a:pPr algn="l">
              <a:defRPr sz="563" b="1" i="0">
                <a:solidFill>
                  <a:srgbClr val="557A76"/>
                </a:solidFill>
                <a:latin typeface="Arial"/>
                <a:ea typeface="Arial"/>
                <a:cs typeface="Arial"/>
              </a:defRPr>
            </a:pPr>
            <a:r>
              <a:rPr sz="563" b="1" i="0">
                <a:solidFill>
                  <a:srgbClr val="557A76"/>
                </a:solidFill>
                <a:latin typeface="Arial"/>
                <a:ea typeface="Arial"/>
                <a:cs typeface="Arial"/>
              </a:rPr>
              <a:t>ASSET NEEDED</a:t>
            </a:r>
          </a:p>
        </p:txBody>
      </p:sp>
      <p:sp>
        <p:nvSpPr>
          <p:cNvPr id="44" name="">
            <a:extLst xmlns:a="http://schemas.openxmlformats.org/drawingml/2006/main">
              <a:ext uri="{FF2B5EF4-FFF2-40B4-BE49-F238E27FC236}">
                <a16:creationId xmlns:a16="http://schemas.microsoft.com/office/drawing/2014/main" id="{C9CD8047-2AE6-4C41-8217-DE85FACE5652}"/>
              </a:ext>
            </a:extLst>
          </p:cNvPr>
          <p:cNvSpPr>
            <a:spLocks xmlns:a="http://schemas.openxmlformats.org/drawingml/2006/main" noGrp="1"/>
          </p:cNvSpPr>
          <p:nvPr/>
        </p:nvSpPr>
        <p:spPr>
          <a:xfrm xmlns:a="http://schemas.openxmlformats.org/drawingml/2006/main">
            <a:off x="5391150" y="5269230"/>
            <a:ext cx="1333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900" b="0" i="0">
                <a:solidFill>
                  <a:srgbClr val="171715"/>
                </a:solidFill>
                <a:latin typeface="Georgia"/>
                <a:ea typeface="Georgia"/>
                <a:cs typeface="Georgia"/>
              </a:defRPr>
            </a:defPPr>
            <a:lvl1pPr algn="l">
              <a:defRPr sz="900" b="0" i="0">
                <a:solidFill>
                  <a:srgbClr val="171715"/>
                </a:solidFill>
                <a:latin typeface="Georgia"/>
                <a:ea typeface="Georgia"/>
                <a:cs typeface="Georgia"/>
              </a:defRPr>
            </a:lvl1pPr>
            <a:lvl2pPr algn="l">
              <a:defRPr sz="900" b="0" i="0">
                <a:solidFill>
                  <a:srgbClr val="171715"/>
                </a:solidFill>
                <a:latin typeface="Georgia"/>
                <a:ea typeface="Georgia"/>
                <a:cs typeface="Georgia"/>
              </a:defRPr>
            </a:lvl2pPr>
            <a:lvl3pPr algn="l">
              <a:defRPr sz="900" b="0" i="0">
                <a:solidFill>
                  <a:srgbClr val="171715"/>
                </a:solidFill>
                <a:latin typeface="Georgia"/>
                <a:ea typeface="Georgia"/>
                <a:cs typeface="Georgia"/>
              </a:defRPr>
            </a:lvl3pPr>
            <a:lvl4pPr algn="l">
              <a:defRPr sz="900" b="0" i="0">
                <a:solidFill>
                  <a:srgbClr val="171715"/>
                </a:solidFill>
                <a:latin typeface="Georgia"/>
                <a:ea typeface="Georgia"/>
                <a:cs typeface="Georgia"/>
              </a:defRPr>
            </a:lvl4pPr>
            <a:lvl5pPr algn="l">
              <a:defRPr sz="900" b="0" i="0">
                <a:solidFill>
                  <a:srgbClr val="171715"/>
                </a:solidFill>
                <a:latin typeface="Georgia"/>
                <a:ea typeface="Georgia"/>
                <a:cs typeface="Georgia"/>
              </a:defRPr>
            </a:lvl5pPr>
            <a:lvl6pPr algn="l">
              <a:defRPr sz="900" b="0" i="0">
                <a:solidFill>
                  <a:srgbClr val="171715"/>
                </a:solidFill>
                <a:latin typeface="Georgia"/>
                <a:ea typeface="Georgia"/>
                <a:cs typeface="Georgia"/>
              </a:defRPr>
            </a:lvl6pPr>
            <a:lvl7pPr algn="l">
              <a:defRPr sz="900" b="0" i="0">
                <a:solidFill>
                  <a:srgbClr val="171715"/>
                </a:solidFill>
                <a:latin typeface="Georgia"/>
                <a:ea typeface="Georgia"/>
                <a:cs typeface="Georgia"/>
              </a:defRPr>
            </a:lvl7pPr>
            <a:lvl8pPr algn="l">
              <a:defRPr sz="900" b="0" i="0">
                <a:solidFill>
                  <a:srgbClr val="171715"/>
                </a:solidFill>
                <a:latin typeface="Georgia"/>
                <a:ea typeface="Georgia"/>
                <a:cs typeface="Georgia"/>
              </a:defRPr>
            </a:lvl8pPr>
            <a:lvl9pPr algn="l">
              <a:defRPr sz="900" b="0" i="0">
                <a:solidFill>
                  <a:srgbClr val="171715"/>
                </a:solidFill>
                <a:latin typeface="Georgia"/>
                <a:ea typeface="Georgia"/>
                <a:cs typeface="Georgia"/>
              </a:defRPr>
            </a:lvl9pPr>
          </a:lstStyle>
          <a:p xmlns:a="http://schemas.openxmlformats.org/drawingml/2006/main">
            <a:pPr algn="l">
              <a:defRPr sz="900" b="0" i="0">
                <a:solidFill>
                  <a:srgbClr val="171715"/>
                </a:solidFill>
                <a:latin typeface="Georgia"/>
                <a:ea typeface="Georgia"/>
                <a:cs typeface="Georgia"/>
              </a:defRPr>
            </a:pPr>
            <a:r>
              <a:rPr sz="900" b="0" i="0">
                <a:solidFill>
                  <a:srgbClr val="171715"/>
                </a:solidFill>
                <a:latin typeface="Georgia"/>
                <a:ea typeface="Georgia"/>
                <a:cs typeface="Georgia"/>
              </a:rPr>
              <a:t>composition-test-02</a:t>
            </a:r>
          </a:p>
        </p:txBody>
      </p:sp>
      <p:sp>
        <p:nvSpPr>
          <p:cNvPr id="45" name="">
            <a:extLst xmlns:a="http://schemas.openxmlformats.org/drawingml/2006/main">
              <a:ext uri="{FF2B5EF4-FFF2-40B4-BE49-F238E27FC236}">
                <a16:creationId xmlns:a16="http://schemas.microsoft.com/office/drawing/2014/main" id="{1F4F94D4-96D1-4864-86D4-D9C23646A518}"/>
              </a:ext>
            </a:extLst>
          </p:cNvPr>
          <p:cNvSpPr>
            <a:spLocks xmlns:a="http://schemas.openxmlformats.org/drawingml/2006/main" noGrp="1"/>
          </p:cNvSpPr>
          <p:nvPr/>
        </p:nvSpPr>
        <p:spPr>
          <a:xfrm xmlns:a="http://schemas.openxmlformats.org/drawingml/2006/main">
            <a:off x="5391150" y="5581650"/>
            <a:ext cx="1333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600" b="0" i="0">
                <a:solidFill>
                  <a:srgbClr val="6C6A64"/>
                </a:solidFill>
                <a:latin typeface="Arial"/>
                <a:ea typeface="Arial"/>
                <a:cs typeface="Arial"/>
              </a:defRPr>
            </a:defPPr>
            <a:lvl1pPr algn="l">
              <a:defRPr sz="600" b="0" i="0">
                <a:solidFill>
                  <a:srgbClr val="6C6A64"/>
                </a:solidFill>
                <a:latin typeface="Arial"/>
                <a:ea typeface="Arial"/>
                <a:cs typeface="Arial"/>
              </a:defRPr>
            </a:lvl1pPr>
            <a:lvl2pPr algn="l">
              <a:defRPr sz="600" b="0" i="0">
                <a:solidFill>
                  <a:srgbClr val="6C6A64"/>
                </a:solidFill>
                <a:latin typeface="Arial"/>
                <a:ea typeface="Arial"/>
                <a:cs typeface="Arial"/>
              </a:defRPr>
            </a:lvl2pPr>
            <a:lvl3pPr algn="l">
              <a:defRPr sz="600" b="0" i="0">
                <a:solidFill>
                  <a:srgbClr val="6C6A64"/>
                </a:solidFill>
                <a:latin typeface="Arial"/>
                <a:ea typeface="Arial"/>
                <a:cs typeface="Arial"/>
              </a:defRPr>
            </a:lvl3pPr>
            <a:lvl4pPr algn="l">
              <a:defRPr sz="600" b="0" i="0">
                <a:solidFill>
                  <a:srgbClr val="6C6A64"/>
                </a:solidFill>
                <a:latin typeface="Arial"/>
                <a:ea typeface="Arial"/>
                <a:cs typeface="Arial"/>
              </a:defRPr>
            </a:lvl4pPr>
            <a:lvl5pPr algn="l">
              <a:defRPr sz="600" b="0" i="0">
                <a:solidFill>
                  <a:srgbClr val="6C6A64"/>
                </a:solidFill>
                <a:latin typeface="Arial"/>
                <a:ea typeface="Arial"/>
                <a:cs typeface="Arial"/>
              </a:defRPr>
            </a:lvl5pPr>
            <a:lvl6pPr algn="l">
              <a:defRPr sz="600" b="0" i="0">
                <a:solidFill>
                  <a:srgbClr val="6C6A64"/>
                </a:solidFill>
                <a:latin typeface="Arial"/>
                <a:ea typeface="Arial"/>
                <a:cs typeface="Arial"/>
              </a:defRPr>
            </a:lvl6pPr>
            <a:lvl7pPr algn="l">
              <a:defRPr sz="600" b="0" i="0">
                <a:solidFill>
                  <a:srgbClr val="6C6A64"/>
                </a:solidFill>
                <a:latin typeface="Arial"/>
                <a:ea typeface="Arial"/>
                <a:cs typeface="Arial"/>
              </a:defRPr>
            </a:lvl7pPr>
            <a:lvl8pPr algn="l">
              <a:defRPr sz="600" b="0" i="0">
                <a:solidFill>
                  <a:srgbClr val="6C6A64"/>
                </a:solidFill>
                <a:latin typeface="Arial"/>
                <a:ea typeface="Arial"/>
                <a:cs typeface="Arial"/>
              </a:defRPr>
            </a:lvl8pPr>
            <a:lvl9pPr algn="l">
              <a:defRPr sz="600" b="0" i="0">
                <a:solidFill>
                  <a:srgbClr val="6C6A64"/>
                </a:solidFill>
                <a:latin typeface="Arial"/>
                <a:ea typeface="Arial"/>
                <a:cs typeface="Arial"/>
              </a:defRPr>
            </a:lvl9pPr>
          </a:lstStyle>
          <a:p xmlns:a="http://schemas.openxmlformats.org/drawingml/2006/main">
            <a:pPr algn="l">
              <a:defRPr sz="600" b="0" i="0">
                <a:solidFill>
                  <a:srgbClr val="6C6A64"/>
                </a:solidFill>
                <a:latin typeface="Arial"/>
                <a:ea typeface="Arial"/>
                <a:cs typeface="Arial"/>
              </a:defRPr>
            </a:pPr>
            <a:r>
              <a:rPr sz="600" b="0" i="0">
                <a:solidFill>
                  <a:srgbClr val="6C6A64"/>
                </a:solidFill>
                <a:latin typeface="Arial"/>
                <a:ea typeface="Arial"/>
                <a:cs typeface="Arial"/>
              </a:rPr>
              <a:t>4:3 landscape</a:t>
            </a:r>
          </a:p>
        </p:txBody>
      </p:sp>
      <p:sp>
        <p:nvSpPr>
          <p:cNvPr id="46" name="">
            <a:extLst xmlns:a="http://schemas.openxmlformats.org/drawingml/2006/main">
              <a:ext uri="{FF2B5EF4-FFF2-40B4-BE49-F238E27FC236}">
                <a16:creationId xmlns:a16="http://schemas.microsoft.com/office/drawing/2014/main" id="{155DC7B5-B1E0-45C6-9B8B-AC7EF9BF9408}"/>
              </a:ext>
            </a:extLst>
          </p:cNvPr>
          <p:cNvSpPr>
            <a:spLocks xmlns:a="http://schemas.openxmlformats.org/drawingml/2006/main" noGrp="1"/>
          </p:cNvSpPr>
          <p:nvPr/>
        </p:nvSpPr>
        <p:spPr>
          <a:xfrm xmlns:a="http://schemas.openxmlformats.org/drawingml/2006/main">
            <a:off x="6991350" y="4819650"/>
            <a:ext cx="1428750" cy="1123950"/>
          </a:xfrm>
          <a:prstGeom xmlns:a="http://schemas.openxmlformats.org/drawingml/2006/main" prst="rect">
            <a:avLst/>
          </a:prstGeom>
          <a:solidFill xmlns:a="http://schemas.openxmlformats.org/drawingml/2006/main">
            <a:srgbClr val="E8E6E0"/>
          </a:solidFill>
          <a:ln xmlns:a="http://schemas.openxmlformats.org/drawingml/2006/main" w="9525">
            <a:solidFill>
              <a:srgbClr val="B9B6AE"/>
            </a:solidFill>
            <a:prstDash val="solid"/>
          </a:ln>
        </p:spPr>
      </p:sp>
      <p:sp>
        <p:nvSpPr>
          <p:cNvPr id="47" name="">
            <a:extLst xmlns:a="http://schemas.openxmlformats.org/drawingml/2006/main">
              <a:ext uri="{FF2B5EF4-FFF2-40B4-BE49-F238E27FC236}">
                <a16:creationId xmlns:a16="http://schemas.microsoft.com/office/drawing/2014/main" id="{D727C0E5-09D0-46BA-A240-B9479A25201D}"/>
              </a:ext>
            </a:extLst>
          </p:cNvPr>
          <p:cNvSpPr>
            <a:spLocks xmlns:a="http://schemas.openxmlformats.org/drawingml/2006/main" noGrp="1"/>
          </p:cNvSpPr>
          <p:nvPr/>
        </p:nvSpPr>
        <p:spPr>
          <a:xfrm xmlns:a="http://schemas.openxmlformats.org/drawingml/2006/main">
            <a:off x="7124700" y="4953000"/>
            <a:ext cx="11620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563" b="1" i="0">
                <a:solidFill>
                  <a:srgbClr val="557A76"/>
                </a:solidFill>
                <a:latin typeface="Arial"/>
                <a:ea typeface="Arial"/>
                <a:cs typeface="Arial"/>
              </a:defRPr>
            </a:defPPr>
            <a:lvl1pPr algn="l">
              <a:defRPr sz="563" b="1" i="0">
                <a:solidFill>
                  <a:srgbClr val="557A76"/>
                </a:solidFill>
                <a:latin typeface="Arial"/>
                <a:ea typeface="Arial"/>
                <a:cs typeface="Arial"/>
              </a:defRPr>
            </a:lvl1pPr>
            <a:lvl2pPr algn="l">
              <a:defRPr sz="563" b="1" i="0">
                <a:solidFill>
                  <a:srgbClr val="557A76"/>
                </a:solidFill>
                <a:latin typeface="Arial"/>
                <a:ea typeface="Arial"/>
                <a:cs typeface="Arial"/>
              </a:defRPr>
            </a:lvl2pPr>
            <a:lvl3pPr algn="l">
              <a:defRPr sz="563" b="1" i="0">
                <a:solidFill>
                  <a:srgbClr val="557A76"/>
                </a:solidFill>
                <a:latin typeface="Arial"/>
                <a:ea typeface="Arial"/>
                <a:cs typeface="Arial"/>
              </a:defRPr>
            </a:lvl3pPr>
            <a:lvl4pPr algn="l">
              <a:defRPr sz="563" b="1" i="0">
                <a:solidFill>
                  <a:srgbClr val="557A76"/>
                </a:solidFill>
                <a:latin typeface="Arial"/>
                <a:ea typeface="Arial"/>
                <a:cs typeface="Arial"/>
              </a:defRPr>
            </a:lvl4pPr>
            <a:lvl5pPr algn="l">
              <a:defRPr sz="563" b="1" i="0">
                <a:solidFill>
                  <a:srgbClr val="557A76"/>
                </a:solidFill>
                <a:latin typeface="Arial"/>
                <a:ea typeface="Arial"/>
                <a:cs typeface="Arial"/>
              </a:defRPr>
            </a:lvl5pPr>
            <a:lvl6pPr algn="l">
              <a:defRPr sz="563" b="1" i="0">
                <a:solidFill>
                  <a:srgbClr val="557A76"/>
                </a:solidFill>
                <a:latin typeface="Arial"/>
                <a:ea typeface="Arial"/>
                <a:cs typeface="Arial"/>
              </a:defRPr>
            </a:lvl6pPr>
            <a:lvl7pPr algn="l">
              <a:defRPr sz="563" b="1" i="0">
                <a:solidFill>
                  <a:srgbClr val="557A76"/>
                </a:solidFill>
                <a:latin typeface="Arial"/>
                <a:ea typeface="Arial"/>
                <a:cs typeface="Arial"/>
              </a:defRPr>
            </a:lvl7pPr>
            <a:lvl8pPr algn="l">
              <a:defRPr sz="563" b="1" i="0">
                <a:solidFill>
                  <a:srgbClr val="557A76"/>
                </a:solidFill>
                <a:latin typeface="Arial"/>
                <a:ea typeface="Arial"/>
                <a:cs typeface="Arial"/>
              </a:defRPr>
            </a:lvl8pPr>
            <a:lvl9pPr algn="l">
              <a:defRPr sz="563" b="1" i="0">
                <a:solidFill>
                  <a:srgbClr val="557A76"/>
                </a:solidFill>
                <a:latin typeface="Arial"/>
                <a:ea typeface="Arial"/>
                <a:cs typeface="Arial"/>
              </a:defRPr>
            </a:lvl9pPr>
          </a:lstStyle>
          <a:p xmlns:a="http://schemas.openxmlformats.org/drawingml/2006/main">
            <a:pPr algn="l">
              <a:defRPr sz="563" b="1" i="0">
                <a:solidFill>
                  <a:srgbClr val="557A76"/>
                </a:solidFill>
                <a:latin typeface="Arial"/>
                <a:ea typeface="Arial"/>
                <a:cs typeface="Arial"/>
              </a:defRPr>
            </a:pPr>
            <a:r>
              <a:rPr sz="563" b="1" i="0">
                <a:solidFill>
                  <a:srgbClr val="557A76"/>
                </a:solidFill>
                <a:latin typeface="Arial"/>
                <a:ea typeface="Arial"/>
                <a:cs typeface="Arial"/>
              </a:rPr>
              <a:t>ASSET NEEDED</a:t>
            </a:r>
          </a:p>
        </p:txBody>
      </p:sp>
      <p:sp>
        <p:nvSpPr>
          <p:cNvPr id="48" name="">
            <a:extLst xmlns:a="http://schemas.openxmlformats.org/drawingml/2006/main">
              <a:ext uri="{FF2B5EF4-FFF2-40B4-BE49-F238E27FC236}">
                <a16:creationId xmlns:a16="http://schemas.microsoft.com/office/drawing/2014/main" id="{F2144995-AA3F-4403-8414-5B5DFE48F780}"/>
              </a:ext>
            </a:extLst>
          </p:cNvPr>
          <p:cNvSpPr>
            <a:spLocks xmlns:a="http://schemas.openxmlformats.org/drawingml/2006/main" noGrp="1"/>
          </p:cNvSpPr>
          <p:nvPr/>
        </p:nvSpPr>
        <p:spPr>
          <a:xfrm xmlns:a="http://schemas.openxmlformats.org/drawingml/2006/main">
            <a:off x="7124700" y="5269230"/>
            <a:ext cx="1162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900" b="0" i="0">
                <a:solidFill>
                  <a:srgbClr val="171715"/>
                </a:solidFill>
                <a:latin typeface="Georgia"/>
                <a:ea typeface="Georgia"/>
                <a:cs typeface="Georgia"/>
              </a:defRPr>
            </a:defPPr>
            <a:lvl1pPr algn="l">
              <a:defRPr sz="900" b="0" i="0">
                <a:solidFill>
                  <a:srgbClr val="171715"/>
                </a:solidFill>
                <a:latin typeface="Georgia"/>
                <a:ea typeface="Georgia"/>
                <a:cs typeface="Georgia"/>
              </a:defRPr>
            </a:lvl1pPr>
            <a:lvl2pPr algn="l">
              <a:defRPr sz="900" b="0" i="0">
                <a:solidFill>
                  <a:srgbClr val="171715"/>
                </a:solidFill>
                <a:latin typeface="Georgia"/>
                <a:ea typeface="Georgia"/>
                <a:cs typeface="Georgia"/>
              </a:defRPr>
            </a:lvl2pPr>
            <a:lvl3pPr algn="l">
              <a:defRPr sz="900" b="0" i="0">
                <a:solidFill>
                  <a:srgbClr val="171715"/>
                </a:solidFill>
                <a:latin typeface="Georgia"/>
                <a:ea typeface="Georgia"/>
                <a:cs typeface="Georgia"/>
              </a:defRPr>
            </a:lvl3pPr>
            <a:lvl4pPr algn="l">
              <a:defRPr sz="900" b="0" i="0">
                <a:solidFill>
                  <a:srgbClr val="171715"/>
                </a:solidFill>
                <a:latin typeface="Georgia"/>
                <a:ea typeface="Georgia"/>
                <a:cs typeface="Georgia"/>
              </a:defRPr>
            </a:lvl4pPr>
            <a:lvl5pPr algn="l">
              <a:defRPr sz="900" b="0" i="0">
                <a:solidFill>
                  <a:srgbClr val="171715"/>
                </a:solidFill>
                <a:latin typeface="Georgia"/>
                <a:ea typeface="Georgia"/>
                <a:cs typeface="Georgia"/>
              </a:defRPr>
            </a:lvl5pPr>
            <a:lvl6pPr algn="l">
              <a:defRPr sz="900" b="0" i="0">
                <a:solidFill>
                  <a:srgbClr val="171715"/>
                </a:solidFill>
                <a:latin typeface="Georgia"/>
                <a:ea typeface="Georgia"/>
                <a:cs typeface="Georgia"/>
              </a:defRPr>
            </a:lvl6pPr>
            <a:lvl7pPr algn="l">
              <a:defRPr sz="900" b="0" i="0">
                <a:solidFill>
                  <a:srgbClr val="171715"/>
                </a:solidFill>
                <a:latin typeface="Georgia"/>
                <a:ea typeface="Georgia"/>
                <a:cs typeface="Georgia"/>
              </a:defRPr>
            </a:lvl7pPr>
            <a:lvl8pPr algn="l">
              <a:defRPr sz="900" b="0" i="0">
                <a:solidFill>
                  <a:srgbClr val="171715"/>
                </a:solidFill>
                <a:latin typeface="Georgia"/>
                <a:ea typeface="Georgia"/>
                <a:cs typeface="Georgia"/>
              </a:defRPr>
            </a:lvl8pPr>
            <a:lvl9pPr algn="l">
              <a:defRPr sz="900" b="0" i="0">
                <a:solidFill>
                  <a:srgbClr val="171715"/>
                </a:solidFill>
                <a:latin typeface="Georgia"/>
                <a:ea typeface="Georgia"/>
                <a:cs typeface="Georgia"/>
              </a:defRPr>
            </a:lvl9pPr>
          </a:lstStyle>
          <a:p xmlns:a="http://schemas.openxmlformats.org/drawingml/2006/main">
            <a:pPr algn="l">
              <a:defRPr sz="900" b="0" i="0">
                <a:solidFill>
                  <a:srgbClr val="171715"/>
                </a:solidFill>
                <a:latin typeface="Georgia"/>
                <a:ea typeface="Georgia"/>
                <a:cs typeface="Georgia"/>
              </a:defRPr>
            </a:pPr>
            <a:r>
              <a:rPr sz="900" b="0" i="0">
                <a:solidFill>
                  <a:srgbClr val="171715"/>
                </a:solidFill>
                <a:latin typeface="Georgia"/>
                <a:ea typeface="Georgia"/>
                <a:cs typeface="Georgia"/>
              </a:rPr>
              <a:t>colour-palette</a:t>
            </a:r>
          </a:p>
        </p:txBody>
      </p:sp>
      <p:sp>
        <p:nvSpPr>
          <p:cNvPr id="49" name="">
            <a:extLst xmlns:a="http://schemas.openxmlformats.org/drawingml/2006/main">
              <a:ext uri="{FF2B5EF4-FFF2-40B4-BE49-F238E27FC236}">
                <a16:creationId xmlns:a16="http://schemas.microsoft.com/office/drawing/2014/main" id="{9496CBF1-6BF1-4BCB-A190-335E20F36189}"/>
              </a:ext>
            </a:extLst>
          </p:cNvPr>
          <p:cNvSpPr>
            <a:spLocks xmlns:a="http://schemas.openxmlformats.org/drawingml/2006/main" noGrp="1"/>
          </p:cNvSpPr>
          <p:nvPr/>
        </p:nvSpPr>
        <p:spPr>
          <a:xfrm xmlns:a="http://schemas.openxmlformats.org/drawingml/2006/main">
            <a:off x="7124700" y="5581650"/>
            <a:ext cx="1162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600" b="0" i="0">
                <a:solidFill>
                  <a:srgbClr val="6C6A64"/>
                </a:solidFill>
                <a:latin typeface="Arial"/>
                <a:ea typeface="Arial"/>
                <a:cs typeface="Arial"/>
              </a:defRPr>
            </a:defPPr>
            <a:lvl1pPr algn="l">
              <a:defRPr sz="600" b="0" i="0">
                <a:solidFill>
                  <a:srgbClr val="6C6A64"/>
                </a:solidFill>
                <a:latin typeface="Arial"/>
                <a:ea typeface="Arial"/>
                <a:cs typeface="Arial"/>
              </a:defRPr>
            </a:lvl1pPr>
            <a:lvl2pPr algn="l">
              <a:defRPr sz="600" b="0" i="0">
                <a:solidFill>
                  <a:srgbClr val="6C6A64"/>
                </a:solidFill>
                <a:latin typeface="Arial"/>
                <a:ea typeface="Arial"/>
                <a:cs typeface="Arial"/>
              </a:defRPr>
            </a:lvl2pPr>
            <a:lvl3pPr algn="l">
              <a:defRPr sz="600" b="0" i="0">
                <a:solidFill>
                  <a:srgbClr val="6C6A64"/>
                </a:solidFill>
                <a:latin typeface="Arial"/>
                <a:ea typeface="Arial"/>
                <a:cs typeface="Arial"/>
              </a:defRPr>
            </a:lvl3pPr>
            <a:lvl4pPr algn="l">
              <a:defRPr sz="600" b="0" i="0">
                <a:solidFill>
                  <a:srgbClr val="6C6A64"/>
                </a:solidFill>
                <a:latin typeface="Arial"/>
                <a:ea typeface="Arial"/>
                <a:cs typeface="Arial"/>
              </a:defRPr>
            </a:lvl4pPr>
            <a:lvl5pPr algn="l">
              <a:defRPr sz="600" b="0" i="0">
                <a:solidFill>
                  <a:srgbClr val="6C6A64"/>
                </a:solidFill>
                <a:latin typeface="Arial"/>
                <a:ea typeface="Arial"/>
                <a:cs typeface="Arial"/>
              </a:defRPr>
            </a:lvl5pPr>
            <a:lvl6pPr algn="l">
              <a:defRPr sz="600" b="0" i="0">
                <a:solidFill>
                  <a:srgbClr val="6C6A64"/>
                </a:solidFill>
                <a:latin typeface="Arial"/>
                <a:ea typeface="Arial"/>
                <a:cs typeface="Arial"/>
              </a:defRPr>
            </a:lvl6pPr>
            <a:lvl7pPr algn="l">
              <a:defRPr sz="600" b="0" i="0">
                <a:solidFill>
                  <a:srgbClr val="6C6A64"/>
                </a:solidFill>
                <a:latin typeface="Arial"/>
                <a:ea typeface="Arial"/>
                <a:cs typeface="Arial"/>
              </a:defRPr>
            </a:lvl7pPr>
            <a:lvl8pPr algn="l">
              <a:defRPr sz="600" b="0" i="0">
                <a:solidFill>
                  <a:srgbClr val="6C6A64"/>
                </a:solidFill>
                <a:latin typeface="Arial"/>
                <a:ea typeface="Arial"/>
                <a:cs typeface="Arial"/>
              </a:defRPr>
            </a:lvl8pPr>
            <a:lvl9pPr algn="l">
              <a:defRPr sz="600" b="0" i="0">
                <a:solidFill>
                  <a:srgbClr val="6C6A64"/>
                </a:solidFill>
                <a:latin typeface="Arial"/>
                <a:ea typeface="Arial"/>
                <a:cs typeface="Arial"/>
              </a:defRPr>
            </a:lvl9pPr>
          </a:lstStyle>
          <a:p xmlns:a="http://schemas.openxmlformats.org/drawingml/2006/main">
            <a:pPr algn="l">
              <a:defRPr sz="600" b="0" i="0">
                <a:solidFill>
                  <a:srgbClr val="6C6A64"/>
                </a:solidFill>
                <a:latin typeface="Arial"/>
                <a:ea typeface="Arial"/>
                <a:cs typeface="Arial"/>
              </a:defRPr>
            </a:pPr>
            <a:r>
              <a:rPr sz="600" b="0" i="0">
                <a:solidFill>
                  <a:srgbClr val="6C6A64"/>
                </a:solidFill>
                <a:latin typeface="Arial"/>
                <a:ea typeface="Arial"/>
                <a:cs typeface="Arial"/>
              </a:rPr>
              <a:t>3:2 landscape</a:t>
            </a:r>
          </a:p>
        </p:txBody>
      </p:sp>
      <p:sp>
        <p:nvSpPr>
          <p:cNvPr id="50" name="">
            <a:extLst xmlns:a="http://schemas.openxmlformats.org/drawingml/2006/main">
              <a:ext uri="{FF2B5EF4-FFF2-40B4-BE49-F238E27FC236}">
                <a16:creationId xmlns:a16="http://schemas.microsoft.com/office/drawing/2014/main" id="{2AE1FA97-C0CF-4DB0-B5BB-E9944359FC57}"/>
              </a:ext>
            </a:extLst>
          </p:cNvPr>
          <p:cNvSpPr>
            <a:spLocks xmlns:a="http://schemas.openxmlformats.org/drawingml/2006/main" noGrp="1"/>
          </p:cNvSpPr>
          <p:nvPr/>
        </p:nvSpPr>
        <p:spPr>
          <a:xfrm xmlns:a="http://schemas.openxmlformats.org/drawingml/2006/main">
            <a:off x="8648700" y="4819650"/>
            <a:ext cx="1524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840" b="0" i="0">
                <a:solidFill>
                  <a:srgbClr val="171715"/>
                </a:solidFill>
                <a:latin typeface="Arial"/>
                <a:ea typeface="Arial"/>
                <a:cs typeface="Arial"/>
              </a:defRPr>
            </a:defPPr>
            <a:lvl1pPr algn="l">
              <a:defRPr sz="840" b="0" i="0">
                <a:solidFill>
                  <a:srgbClr val="171715"/>
                </a:solidFill>
                <a:latin typeface="Arial"/>
                <a:ea typeface="Arial"/>
                <a:cs typeface="Arial"/>
              </a:defRPr>
            </a:lvl1pPr>
            <a:lvl2pPr algn="l">
              <a:defRPr sz="840" b="0" i="0">
                <a:solidFill>
                  <a:srgbClr val="171715"/>
                </a:solidFill>
                <a:latin typeface="Arial"/>
                <a:ea typeface="Arial"/>
                <a:cs typeface="Arial"/>
              </a:defRPr>
            </a:lvl2pPr>
            <a:lvl3pPr algn="l">
              <a:defRPr sz="840" b="0" i="0">
                <a:solidFill>
                  <a:srgbClr val="171715"/>
                </a:solidFill>
                <a:latin typeface="Arial"/>
                <a:ea typeface="Arial"/>
                <a:cs typeface="Arial"/>
              </a:defRPr>
            </a:lvl3pPr>
            <a:lvl4pPr algn="l">
              <a:defRPr sz="840" b="0" i="0">
                <a:solidFill>
                  <a:srgbClr val="171715"/>
                </a:solidFill>
                <a:latin typeface="Arial"/>
                <a:ea typeface="Arial"/>
                <a:cs typeface="Arial"/>
              </a:defRPr>
            </a:lvl4pPr>
            <a:lvl5pPr algn="l">
              <a:defRPr sz="840" b="0" i="0">
                <a:solidFill>
                  <a:srgbClr val="171715"/>
                </a:solidFill>
                <a:latin typeface="Arial"/>
                <a:ea typeface="Arial"/>
                <a:cs typeface="Arial"/>
              </a:defRPr>
            </a:lvl5pPr>
            <a:lvl6pPr algn="l">
              <a:defRPr sz="840" b="0" i="0">
                <a:solidFill>
                  <a:srgbClr val="171715"/>
                </a:solidFill>
                <a:latin typeface="Arial"/>
                <a:ea typeface="Arial"/>
                <a:cs typeface="Arial"/>
              </a:defRPr>
            </a:lvl6pPr>
            <a:lvl7pPr algn="l">
              <a:defRPr sz="840" b="0" i="0">
                <a:solidFill>
                  <a:srgbClr val="171715"/>
                </a:solidFill>
                <a:latin typeface="Arial"/>
                <a:ea typeface="Arial"/>
                <a:cs typeface="Arial"/>
              </a:defRPr>
            </a:lvl7pPr>
            <a:lvl8pPr algn="l">
              <a:defRPr sz="840" b="0" i="0">
                <a:solidFill>
                  <a:srgbClr val="171715"/>
                </a:solidFill>
                <a:latin typeface="Arial"/>
                <a:ea typeface="Arial"/>
                <a:cs typeface="Arial"/>
              </a:defRPr>
            </a:lvl8pPr>
            <a:lvl9pPr algn="l">
              <a:defRPr sz="840" b="0" i="0">
                <a:solidFill>
                  <a:srgbClr val="171715"/>
                </a:solidFill>
                <a:latin typeface="Arial"/>
                <a:ea typeface="Arial"/>
                <a:cs typeface="Arial"/>
              </a:defRPr>
            </a:lvl9pPr>
          </a:lstStyle>
          <a:p xmlns:a="http://schemas.openxmlformats.org/drawingml/2006/main">
            <a:pPr algn="l">
              <a:defRPr sz="840" b="0" i="0">
                <a:solidFill>
                  <a:srgbClr val="171715"/>
                </a:solidFill>
                <a:latin typeface="Arial"/>
                <a:ea typeface="Arial"/>
                <a:cs typeface="Arial"/>
              </a:defRPr>
            </a:pPr>
            <a:r>
              <a:rPr sz="840" b="0" i="0">
                <a:solidFill>
                  <a:srgbClr val="171715"/>
                </a:solidFill>
                <a:latin typeface="Arial"/>
                <a:ea typeface="Arial"/>
                <a:cs typeface="Arial"/>
              </a:rPr>
              <a:t>Warm, muted tones represent memory and embodied experience, while cool greys, blues and desaturated greens refer to technological systems and continuous information flow. Graphite lines and paper texture remain visible beneath the colour.</a:t>
            </a:r>
          </a:p>
        </p:txBody>
      </p:sp>
      <p:sp>
        <p:nvSpPr>
          <p:cNvPr id="51" name="">
            <a:extLst xmlns:a="http://schemas.openxmlformats.org/drawingml/2006/main">
              <a:ext uri="{FF2B5EF4-FFF2-40B4-BE49-F238E27FC236}">
                <a16:creationId xmlns:a16="http://schemas.microsoft.com/office/drawing/2014/main" id="{1731B17D-BA21-47AB-A567-3471906A3771}"/>
              </a:ext>
            </a:extLst>
          </p:cNvPr>
          <p:cNvSpPr>
            <a:spLocks xmlns:a="http://schemas.openxmlformats.org/drawingml/2006/main" noGrp="1"/>
          </p:cNvSpPr>
          <p:nvPr/>
        </p:nvSpPr>
        <p:spPr>
          <a:xfrm xmlns:a="http://schemas.openxmlformats.org/drawingml/2006/main">
            <a:off x="495300" y="7159950"/>
            <a:ext cx="1809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788" b="1" i="0">
                <a:solidFill>
                  <a:srgbClr val="6C6A64"/>
                </a:solidFill>
                <a:latin typeface="Arial"/>
                <a:ea typeface="Arial"/>
                <a:cs typeface="Arial"/>
              </a:defRPr>
            </a:defPPr>
            <a:lvl1pPr algn="l">
              <a:defRPr sz="788" b="1" i="0">
                <a:solidFill>
                  <a:srgbClr val="6C6A64"/>
                </a:solidFill>
                <a:latin typeface="Arial"/>
                <a:ea typeface="Arial"/>
                <a:cs typeface="Arial"/>
              </a:defRPr>
            </a:lvl1pPr>
            <a:lvl2pPr algn="l">
              <a:defRPr sz="788" b="1" i="0">
                <a:solidFill>
                  <a:srgbClr val="6C6A64"/>
                </a:solidFill>
                <a:latin typeface="Arial"/>
                <a:ea typeface="Arial"/>
                <a:cs typeface="Arial"/>
              </a:defRPr>
            </a:lvl2pPr>
            <a:lvl3pPr algn="l">
              <a:defRPr sz="788" b="1" i="0">
                <a:solidFill>
                  <a:srgbClr val="6C6A64"/>
                </a:solidFill>
                <a:latin typeface="Arial"/>
                <a:ea typeface="Arial"/>
                <a:cs typeface="Arial"/>
              </a:defRPr>
            </a:lvl3pPr>
            <a:lvl4pPr algn="l">
              <a:defRPr sz="788" b="1" i="0">
                <a:solidFill>
                  <a:srgbClr val="6C6A64"/>
                </a:solidFill>
                <a:latin typeface="Arial"/>
                <a:ea typeface="Arial"/>
                <a:cs typeface="Arial"/>
              </a:defRPr>
            </a:lvl4pPr>
            <a:lvl5pPr algn="l">
              <a:defRPr sz="788" b="1" i="0">
                <a:solidFill>
                  <a:srgbClr val="6C6A64"/>
                </a:solidFill>
                <a:latin typeface="Arial"/>
                <a:ea typeface="Arial"/>
                <a:cs typeface="Arial"/>
              </a:defRPr>
            </a:lvl5pPr>
            <a:lvl6pPr algn="l">
              <a:defRPr sz="788" b="1" i="0">
                <a:solidFill>
                  <a:srgbClr val="6C6A64"/>
                </a:solidFill>
                <a:latin typeface="Arial"/>
                <a:ea typeface="Arial"/>
                <a:cs typeface="Arial"/>
              </a:defRPr>
            </a:lvl6pPr>
            <a:lvl7pPr algn="l">
              <a:defRPr sz="788" b="1" i="0">
                <a:solidFill>
                  <a:srgbClr val="6C6A64"/>
                </a:solidFill>
                <a:latin typeface="Arial"/>
                <a:ea typeface="Arial"/>
                <a:cs typeface="Arial"/>
              </a:defRPr>
            </a:lvl7pPr>
            <a:lvl8pPr algn="l">
              <a:defRPr sz="788" b="1" i="0">
                <a:solidFill>
                  <a:srgbClr val="6C6A64"/>
                </a:solidFill>
                <a:latin typeface="Arial"/>
                <a:ea typeface="Arial"/>
                <a:cs typeface="Arial"/>
              </a:defRPr>
            </a:lvl8pPr>
            <a:lvl9pPr algn="l">
              <a:defRPr sz="788" b="1" i="0">
                <a:solidFill>
                  <a:srgbClr val="6C6A64"/>
                </a:solidFill>
                <a:latin typeface="Arial"/>
                <a:ea typeface="Arial"/>
                <a:cs typeface="Arial"/>
              </a:defRPr>
            </a:lvl9pPr>
          </a:lstStyle>
          <a:p xmlns:a="http://schemas.openxmlformats.org/drawingml/2006/main">
            <a:pPr algn="l">
              <a:defRPr sz="788" b="1" i="0">
                <a:solidFill>
                  <a:srgbClr val="6C6A64"/>
                </a:solidFill>
                <a:latin typeface="Arial"/>
                <a:ea typeface="Arial"/>
                <a:cs typeface="Arial"/>
              </a:defRPr>
            </a:pPr>
            <a:r>
              <a:rPr sz="788" b="1" i="0">
                <a:solidFill>
                  <a:srgbClr val="6C6A64"/>
                </a:solidFill>
                <a:latin typeface="Arial"/>
                <a:ea typeface="Arial"/>
                <a:cs typeface="Arial"/>
              </a:rPr>
              <a:t>PROJECT 01   02/04</a:t>
            </a:r>
          </a:p>
        </p:txBody>
      </p:sp>
    </p:spTree>
    <p:extLst>
      <p:ext uri="{BB962C8B-B14F-4D97-AF65-F5344CB8AC3E}">
        <p14:creationId xmlns:p14="http://schemas.microsoft.com/office/powerpoint/2010/main" val="2117857303"/>
      </p:ext>
    </p:extLst>
  </p:cSld>
</p:sld>
</file>

<file path=ppt/slides/slide3.xml><?xml version="1.0" encoding="utf-8"?>
<p:sld xmlns:p="http://schemas.openxmlformats.org/presentationml/2006/main">
  <p:cSld>
    <p:bg>
      <p:bgPr>
        <a:solidFill xmlns:a="http://schemas.openxmlformats.org/drawingml/2006/main">
          <a:srgbClr val="F3F0E8"/>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47F59852-D4F1-4817-9DE3-FA7D5B61A23F}"/>
              </a:ext>
            </a:extLst>
          </p:cNvPr>
          <p:cNvSpPr>
            <a:spLocks xmlns:a="http://schemas.openxmlformats.org/drawingml/2006/main" noGrp="1"/>
          </p:cNvSpPr>
          <p:nvPr/>
        </p:nvSpPr>
        <p:spPr>
          <a:xfrm xmlns:a="http://schemas.openxmlformats.org/drawingml/2006/main">
            <a:off x="514350" y="400050"/>
            <a:ext cx="5143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550" b="0" i="0">
                <a:solidFill>
                  <a:srgbClr val="171715"/>
                </a:solidFill>
                <a:latin typeface="Georgia"/>
                <a:ea typeface="Georgia"/>
                <a:cs typeface="Georgia"/>
              </a:defRPr>
            </a:defPPr>
            <a:lvl1pPr algn="l">
              <a:defRPr sz="2550" b="0" i="0">
                <a:solidFill>
                  <a:srgbClr val="171715"/>
                </a:solidFill>
                <a:latin typeface="Georgia"/>
                <a:ea typeface="Georgia"/>
                <a:cs typeface="Georgia"/>
              </a:defRPr>
            </a:lvl1pPr>
            <a:lvl2pPr algn="l">
              <a:defRPr sz="2550" b="0" i="0">
                <a:solidFill>
                  <a:srgbClr val="171715"/>
                </a:solidFill>
                <a:latin typeface="Georgia"/>
                <a:ea typeface="Georgia"/>
                <a:cs typeface="Georgia"/>
              </a:defRPr>
            </a:lvl2pPr>
            <a:lvl3pPr algn="l">
              <a:defRPr sz="2550" b="0" i="0">
                <a:solidFill>
                  <a:srgbClr val="171715"/>
                </a:solidFill>
                <a:latin typeface="Georgia"/>
                <a:ea typeface="Georgia"/>
                <a:cs typeface="Georgia"/>
              </a:defRPr>
            </a:lvl3pPr>
            <a:lvl4pPr algn="l">
              <a:defRPr sz="2550" b="0" i="0">
                <a:solidFill>
                  <a:srgbClr val="171715"/>
                </a:solidFill>
                <a:latin typeface="Georgia"/>
                <a:ea typeface="Georgia"/>
                <a:cs typeface="Georgia"/>
              </a:defRPr>
            </a:lvl4pPr>
            <a:lvl5pPr algn="l">
              <a:defRPr sz="2550" b="0" i="0">
                <a:solidFill>
                  <a:srgbClr val="171715"/>
                </a:solidFill>
                <a:latin typeface="Georgia"/>
                <a:ea typeface="Georgia"/>
                <a:cs typeface="Georgia"/>
              </a:defRPr>
            </a:lvl5pPr>
            <a:lvl6pPr algn="l">
              <a:defRPr sz="2550" b="0" i="0">
                <a:solidFill>
                  <a:srgbClr val="171715"/>
                </a:solidFill>
                <a:latin typeface="Georgia"/>
                <a:ea typeface="Georgia"/>
                <a:cs typeface="Georgia"/>
              </a:defRPr>
            </a:lvl6pPr>
            <a:lvl7pPr algn="l">
              <a:defRPr sz="2550" b="0" i="0">
                <a:solidFill>
                  <a:srgbClr val="171715"/>
                </a:solidFill>
                <a:latin typeface="Georgia"/>
                <a:ea typeface="Georgia"/>
                <a:cs typeface="Georgia"/>
              </a:defRPr>
            </a:lvl7pPr>
            <a:lvl8pPr algn="l">
              <a:defRPr sz="2550" b="0" i="0">
                <a:solidFill>
                  <a:srgbClr val="171715"/>
                </a:solidFill>
                <a:latin typeface="Georgia"/>
                <a:ea typeface="Georgia"/>
                <a:cs typeface="Georgia"/>
              </a:defRPr>
            </a:lvl8pPr>
            <a:lvl9pPr algn="l">
              <a:defRPr sz="2550" b="0" i="0">
                <a:solidFill>
                  <a:srgbClr val="171715"/>
                </a:solidFill>
                <a:latin typeface="Georgia"/>
                <a:ea typeface="Georgia"/>
                <a:cs typeface="Georgia"/>
              </a:defRPr>
            </a:lvl9pPr>
          </a:lstStyle>
          <a:p xmlns:a="http://schemas.openxmlformats.org/drawingml/2006/main">
            <a:pPr algn="l">
              <a:defRPr sz="2550" b="0" i="0">
                <a:solidFill>
                  <a:srgbClr val="171715"/>
                </a:solidFill>
                <a:latin typeface="Georgia"/>
                <a:ea typeface="Georgia"/>
                <a:cs typeface="Georgia"/>
              </a:defRPr>
            </a:pPr>
            <a:r>
              <a:rPr sz="2550" b="0" i="0">
                <a:solidFill>
                  <a:srgbClr val="171715"/>
                </a:solidFill>
                <a:latin typeface="Georgia"/>
                <a:ea typeface="Georgia"/>
                <a:cs typeface="Georgia"/>
              </a:rPr>
              <a:t>Anatomy of Overconnection</a:t>
            </a:r>
          </a:p>
        </p:txBody>
      </p:sp>
      <p:sp>
        <p:nvSpPr>
          <p:cNvPr id="2" name="">
            <a:extLst xmlns:a="http://schemas.openxmlformats.org/drawingml/2006/main">
              <a:ext uri="{FF2B5EF4-FFF2-40B4-BE49-F238E27FC236}">
                <a16:creationId xmlns:a16="http://schemas.microsoft.com/office/drawing/2014/main" id="{79916CC8-F986-4984-AD5D-E94CA9B9710B}"/>
              </a:ext>
            </a:extLst>
          </p:cNvPr>
          <p:cNvSpPr>
            <a:spLocks xmlns:a="http://schemas.openxmlformats.org/drawingml/2006/main" noGrp="1"/>
          </p:cNvSpPr>
          <p:nvPr/>
        </p:nvSpPr>
        <p:spPr>
          <a:xfrm xmlns:a="http://schemas.openxmlformats.org/drawingml/2006/main">
            <a:off x="533400" y="952500"/>
            <a:ext cx="342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788" b="1" i="0">
                <a:solidFill>
                  <a:srgbClr val="557A76"/>
                </a:solidFill>
                <a:latin typeface="Arial"/>
                <a:ea typeface="Arial"/>
                <a:cs typeface="Arial"/>
              </a:defRPr>
            </a:defPPr>
            <a:lvl1pPr algn="l">
              <a:defRPr sz="788" b="1" i="0">
                <a:solidFill>
                  <a:srgbClr val="557A76"/>
                </a:solidFill>
                <a:latin typeface="Arial"/>
                <a:ea typeface="Arial"/>
                <a:cs typeface="Arial"/>
              </a:defRPr>
            </a:lvl1pPr>
            <a:lvl2pPr algn="l">
              <a:defRPr sz="788" b="1" i="0">
                <a:solidFill>
                  <a:srgbClr val="557A76"/>
                </a:solidFill>
                <a:latin typeface="Arial"/>
                <a:ea typeface="Arial"/>
                <a:cs typeface="Arial"/>
              </a:defRPr>
            </a:lvl2pPr>
            <a:lvl3pPr algn="l">
              <a:defRPr sz="788" b="1" i="0">
                <a:solidFill>
                  <a:srgbClr val="557A76"/>
                </a:solidFill>
                <a:latin typeface="Arial"/>
                <a:ea typeface="Arial"/>
                <a:cs typeface="Arial"/>
              </a:defRPr>
            </a:lvl3pPr>
            <a:lvl4pPr algn="l">
              <a:defRPr sz="788" b="1" i="0">
                <a:solidFill>
                  <a:srgbClr val="557A76"/>
                </a:solidFill>
                <a:latin typeface="Arial"/>
                <a:ea typeface="Arial"/>
                <a:cs typeface="Arial"/>
              </a:defRPr>
            </a:lvl4pPr>
            <a:lvl5pPr algn="l">
              <a:defRPr sz="788" b="1" i="0">
                <a:solidFill>
                  <a:srgbClr val="557A76"/>
                </a:solidFill>
                <a:latin typeface="Arial"/>
                <a:ea typeface="Arial"/>
                <a:cs typeface="Arial"/>
              </a:defRPr>
            </a:lvl5pPr>
            <a:lvl6pPr algn="l">
              <a:defRPr sz="788" b="1" i="0">
                <a:solidFill>
                  <a:srgbClr val="557A76"/>
                </a:solidFill>
                <a:latin typeface="Arial"/>
                <a:ea typeface="Arial"/>
                <a:cs typeface="Arial"/>
              </a:defRPr>
            </a:lvl6pPr>
            <a:lvl7pPr algn="l">
              <a:defRPr sz="788" b="1" i="0">
                <a:solidFill>
                  <a:srgbClr val="557A76"/>
                </a:solidFill>
                <a:latin typeface="Arial"/>
                <a:ea typeface="Arial"/>
                <a:cs typeface="Arial"/>
              </a:defRPr>
            </a:lvl7pPr>
            <a:lvl8pPr algn="l">
              <a:defRPr sz="788" b="1" i="0">
                <a:solidFill>
                  <a:srgbClr val="557A76"/>
                </a:solidFill>
                <a:latin typeface="Arial"/>
                <a:ea typeface="Arial"/>
                <a:cs typeface="Arial"/>
              </a:defRPr>
            </a:lvl8pPr>
            <a:lvl9pPr algn="l">
              <a:defRPr sz="788" b="1" i="0">
                <a:solidFill>
                  <a:srgbClr val="557A76"/>
                </a:solidFill>
                <a:latin typeface="Arial"/>
                <a:ea typeface="Arial"/>
                <a:cs typeface="Arial"/>
              </a:defRPr>
            </a:lvl9pPr>
          </a:lstStyle>
          <a:p xmlns:a="http://schemas.openxmlformats.org/drawingml/2006/main">
            <a:pPr algn="l">
              <a:defRPr sz="788" b="1" i="0">
                <a:solidFill>
                  <a:srgbClr val="557A76"/>
                </a:solidFill>
                <a:latin typeface="Arial"/>
                <a:ea typeface="Arial"/>
                <a:cs typeface="Arial"/>
              </a:defRPr>
            </a:pPr>
            <a:r>
              <a:rPr sz="788" b="1" i="0">
                <a:solidFill>
                  <a:srgbClr val="557A76"/>
                </a:solidFill>
                <a:latin typeface="Arial"/>
                <a:ea typeface="Arial"/>
                <a:cs typeface="Arial"/>
              </a:rPr>
              <a:t>FINAL ILLUSTRATION / WORK IN PROGRESS</a:t>
            </a:r>
          </a:p>
        </p:txBody>
      </p:sp>
      <p:sp>
        <p:nvSpPr>
          <p:cNvPr id="3" name="">
            <a:extLst xmlns:a="http://schemas.openxmlformats.org/drawingml/2006/main">
              <a:ext uri="{FF2B5EF4-FFF2-40B4-BE49-F238E27FC236}">
                <a16:creationId xmlns:a16="http://schemas.microsoft.com/office/drawing/2014/main" id="{B0191E24-F4B9-4618-9C72-BC09644A132F}"/>
              </a:ext>
            </a:extLst>
          </p:cNvPr>
          <p:cNvSpPr>
            <a:spLocks xmlns:a="http://schemas.openxmlformats.org/drawingml/2006/main" noGrp="1"/>
          </p:cNvSpPr>
          <p:nvPr/>
        </p:nvSpPr>
        <p:spPr>
          <a:xfrm xmlns:a="http://schemas.openxmlformats.org/drawingml/2006/main">
            <a:off x="514350" y="1390650"/>
            <a:ext cx="6858000" cy="4953000"/>
          </a:xfrm>
          <a:prstGeom xmlns:a="http://schemas.openxmlformats.org/drawingml/2006/main" prst="rect">
            <a:avLst/>
          </a:prstGeom>
          <a:solidFill xmlns:a="http://schemas.openxmlformats.org/drawingml/2006/main">
            <a:srgbClr val="D9E1DE"/>
          </a:solidFill>
          <a:ln xmlns:a="http://schemas.openxmlformats.org/drawingml/2006/main" w="9525">
            <a:solidFill>
              <a:srgbClr val="B9B6AE"/>
            </a:solidFill>
            <a:prstDash val="solid"/>
          </a:ln>
        </p:spPr>
      </p:sp>
      <p:sp>
        <p:nvSpPr>
          <p:cNvPr id="4" name="">
            <a:extLst xmlns:a="http://schemas.openxmlformats.org/drawingml/2006/main">
              <a:ext uri="{FF2B5EF4-FFF2-40B4-BE49-F238E27FC236}">
                <a16:creationId xmlns:a16="http://schemas.microsoft.com/office/drawing/2014/main" id="{0FC12A75-9C94-4A88-98C4-81EAB8601C79}"/>
              </a:ext>
            </a:extLst>
          </p:cNvPr>
          <p:cNvSpPr>
            <a:spLocks xmlns:a="http://schemas.openxmlformats.org/drawingml/2006/main" noGrp="1"/>
          </p:cNvSpPr>
          <p:nvPr/>
        </p:nvSpPr>
        <p:spPr>
          <a:xfrm xmlns:a="http://schemas.openxmlformats.org/drawingml/2006/main">
            <a:off x="647700" y="1524000"/>
            <a:ext cx="65913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638" b="1" i="0">
                <a:solidFill>
                  <a:srgbClr val="557A76"/>
                </a:solidFill>
                <a:latin typeface="Arial"/>
                <a:ea typeface="Arial"/>
                <a:cs typeface="Arial"/>
              </a:defRPr>
            </a:defPPr>
            <a:lvl1pPr algn="l">
              <a:defRPr sz="638" b="1" i="0">
                <a:solidFill>
                  <a:srgbClr val="557A76"/>
                </a:solidFill>
                <a:latin typeface="Arial"/>
                <a:ea typeface="Arial"/>
                <a:cs typeface="Arial"/>
              </a:defRPr>
            </a:lvl1pPr>
            <a:lvl2pPr algn="l">
              <a:defRPr sz="638" b="1" i="0">
                <a:solidFill>
                  <a:srgbClr val="557A76"/>
                </a:solidFill>
                <a:latin typeface="Arial"/>
                <a:ea typeface="Arial"/>
                <a:cs typeface="Arial"/>
              </a:defRPr>
            </a:lvl2pPr>
            <a:lvl3pPr algn="l">
              <a:defRPr sz="638" b="1" i="0">
                <a:solidFill>
                  <a:srgbClr val="557A76"/>
                </a:solidFill>
                <a:latin typeface="Arial"/>
                <a:ea typeface="Arial"/>
                <a:cs typeface="Arial"/>
              </a:defRPr>
            </a:lvl3pPr>
            <a:lvl4pPr algn="l">
              <a:defRPr sz="638" b="1" i="0">
                <a:solidFill>
                  <a:srgbClr val="557A76"/>
                </a:solidFill>
                <a:latin typeface="Arial"/>
                <a:ea typeface="Arial"/>
                <a:cs typeface="Arial"/>
              </a:defRPr>
            </a:lvl4pPr>
            <a:lvl5pPr algn="l">
              <a:defRPr sz="638" b="1" i="0">
                <a:solidFill>
                  <a:srgbClr val="557A76"/>
                </a:solidFill>
                <a:latin typeface="Arial"/>
                <a:ea typeface="Arial"/>
                <a:cs typeface="Arial"/>
              </a:defRPr>
            </a:lvl5pPr>
            <a:lvl6pPr algn="l">
              <a:defRPr sz="638" b="1" i="0">
                <a:solidFill>
                  <a:srgbClr val="557A76"/>
                </a:solidFill>
                <a:latin typeface="Arial"/>
                <a:ea typeface="Arial"/>
                <a:cs typeface="Arial"/>
              </a:defRPr>
            </a:lvl6pPr>
            <a:lvl7pPr algn="l">
              <a:defRPr sz="638" b="1" i="0">
                <a:solidFill>
                  <a:srgbClr val="557A76"/>
                </a:solidFill>
                <a:latin typeface="Arial"/>
                <a:ea typeface="Arial"/>
                <a:cs typeface="Arial"/>
              </a:defRPr>
            </a:lvl7pPr>
            <a:lvl8pPr algn="l">
              <a:defRPr sz="638" b="1" i="0">
                <a:solidFill>
                  <a:srgbClr val="557A76"/>
                </a:solidFill>
                <a:latin typeface="Arial"/>
                <a:ea typeface="Arial"/>
                <a:cs typeface="Arial"/>
              </a:defRPr>
            </a:lvl8pPr>
            <a:lvl9pPr algn="l">
              <a:defRPr sz="638" b="1" i="0">
                <a:solidFill>
                  <a:srgbClr val="557A76"/>
                </a:solidFill>
                <a:latin typeface="Arial"/>
                <a:ea typeface="Arial"/>
                <a:cs typeface="Arial"/>
              </a:defRPr>
            </a:lvl9pPr>
          </a:lstStyle>
          <a:p xmlns:a="http://schemas.openxmlformats.org/drawingml/2006/main">
            <a:pPr algn="l">
              <a:defRPr sz="638" b="1" i="0">
                <a:solidFill>
                  <a:srgbClr val="557A76"/>
                </a:solidFill>
                <a:latin typeface="Arial"/>
                <a:ea typeface="Arial"/>
                <a:cs typeface="Arial"/>
              </a:defRPr>
            </a:pPr>
            <a:r>
              <a:rPr sz="638" b="1" i="0">
                <a:solidFill>
                  <a:srgbClr val="557A76"/>
                </a:solidFill>
                <a:latin typeface="Arial"/>
                <a:ea typeface="Arial"/>
                <a:cs typeface="Arial"/>
              </a:rPr>
              <a:t>WORK IN PROGRESS</a:t>
            </a:r>
          </a:p>
        </p:txBody>
      </p:sp>
      <p:sp>
        <p:nvSpPr>
          <p:cNvPr id="5" name="">
            <a:extLst xmlns:a="http://schemas.openxmlformats.org/drawingml/2006/main">
              <a:ext uri="{FF2B5EF4-FFF2-40B4-BE49-F238E27FC236}">
                <a16:creationId xmlns:a16="http://schemas.microsoft.com/office/drawing/2014/main" id="{CB9536B5-0CFE-4A3E-92D1-F67D51FF2637}"/>
              </a:ext>
            </a:extLst>
          </p:cNvPr>
          <p:cNvSpPr>
            <a:spLocks xmlns:a="http://schemas.openxmlformats.org/drawingml/2006/main" noGrp="1"/>
          </p:cNvSpPr>
          <p:nvPr/>
        </p:nvSpPr>
        <p:spPr>
          <a:xfrm xmlns:a="http://schemas.openxmlformats.org/drawingml/2006/main">
            <a:off x="647700" y="3371850"/>
            <a:ext cx="65913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75" b="0" i="0">
                <a:solidFill>
                  <a:srgbClr val="171715"/>
                </a:solidFill>
                <a:latin typeface="Georgia"/>
                <a:ea typeface="Georgia"/>
                <a:cs typeface="Georgia"/>
              </a:defRPr>
            </a:defPPr>
            <a:lvl1pPr algn="l">
              <a:defRPr sz="1875" b="0" i="0">
                <a:solidFill>
                  <a:srgbClr val="171715"/>
                </a:solidFill>
                <a:latin typeface="Georgia"/>
                <a:ea typeface="Georgia"/>
                <a:cs typeface="Georgia"/>
              </a:defRPr>
            </a:lvl1pPr>
            <a:lvl2pPr algn="l">
              <a:defRPr sz="1875" b="0" i="0">
                <a:solidFill>
                  <a:srgbClr val="171715"/>
                </a:solidFill>
                <a:latin typeface="Georgia"/>
                <a:ea typeface="Georgia"/>
                <a:cs typeface="Georgia"/>
              </a:defRPr>
            </a:lvl2pPr>
            <a:lvl3pPr algn="l">
              <a:defRPr sz="1875" b="0" i="0">
                <a:solidFill>
                  <a:srgbClr val="171715"/>
                </a:solidFill>
                <a:latin typeface="Georgia"/>
                <a:ea typeface="Georgia"/>
                <a:cs typeface="Georgia"/>
              </a:defRPr>
            </a:lvl3pPr>
            <a:lvl4pPr algn="l">
              <a:defRPr sz="1875" b="0" i="0">
                <a:solidFill>
                  <a:srgbClr val="171715"/>
                </a:solidFill>
                <a:latin typeface="Georgia"/>
                <a:ea typeface="Georgia"/>
                <a:cs typeface="Georgia"/>
              </a:defRPr>
            </a:lvl4pPr>
            <a:lvl5pPr algn="l">
              <a:defRPr sz="1875" b="0" i="0">
                <a:solidFill>
                  <a:srgbClr val="171715"/>
                </a:solidFill>
                <a:latin typeface="Georgia"/>
                <a:ea typeface="Georgia"/>
                <a:cs typeface="Georgia"/>
              </a:defRPr>
            </a:lvl5pPr>
            <a:lvl6pPr algn="l">
              <a:defRPr sz="1875" b="0" i="0">
                <a:solidFill>
                  <a:srgbClr val="171715"/>
                </a:solidFill>
                <a:latin typeface="Georgia"/>
                <a:ea typeface="Georgia"/>
                <a:cs typeface="Georgia"/>
              </a:defRPr>
            </a:lvl6pPr>
            <a:lvl7pPr algn="l">
              <a:defRPr sz="1875" b="0" i="0">
                <a:solidFill>
                  <a:srgbClr val="171715"/>
                </a:solidFill>
                <a:latin typeface="Georgia"/>
                <a:ea typeface="Georgia"/>
                <a:cs typeface="Georgia"/>
              </a:defRPr>
            </a:lvl7pPr>
            <a:lvl8pPr algn="l">
              <a:defRPr sz="1875" b="0" i="0">
                <a:solidFill>
                  <a:srgbClr val="171715"/>
                </a:solidFill>
                <a:latin typeface="Georgia"/>
                <a:ea typeface="Georgia"/>
                <a:cs typeface="Georgia"/>
              </a:defRPr>
            </a:lvl8pPr>
            <a:lvl9pPr algn="l">
              <a:defRPr sz="1875" b="0" i="0">
                <a:solidFill>
                  <a:srgbClr val="171715"/>
                </a:solidFill>
                <a:latin typeface="Georgia"/>
                <a:ea typeface="Georgia"/>
                <a:cs typeface="Georgia"/>
              </a:defRPr>
            </a:lvl9pPr>
          </a:lstStyle>
          <a:p xmlns:a="http://schemas.openxmlformats.org/drawingml/2006/main">
            <a:pPr algn="l">
              <a:defRPr sz="1875" b="0" i="0">
                <a:solidFill>
                  <a:srgbClr val="171715"/>
                </a:solidFill>
                <a:latin typeface="Georgia"/>
                <a:ea typeface="Georgia"/>
                <a:cs typeface="Georgia"/>
              </a:defRPr>
            </a:pPr>
            <a:r>
              <a:rPr sz="1875" b="0" i="0">
                <a:solidFill>
                  <a:srgbClr val="171715"/>
                </a:solidFill>
                <a:latin typeface="Georgia"/>
                <a:ea typeface="Georgia"/>
                <a:cs typeface="Georgia"/>
              </a:rPr>
              <a:t>final-colour-illustration</a:t>
            </a:r>
          </a:p>
        </p:txBody>
      </p:sp>
      <p:sp>
        <p:nvSpPr>
          <p:cNvPr id="6" name="">
            <a:extLst xmlns:a="http://schemas.openxmlformats.org/drawingml/2006/main">
              <a:ext uri="{FF2B5EF4-FFF2-40B4-BE49-F238E27FC236}">
                <a16:creationId xmlns:a16="http://schemas.microsoft.com/office/drawing/2014/main" id="{1630266E-FBCE-4F10-91C4-0F5EB07D048D}"/>
              </a:ext>
            </a:extLst>
          </p:cNvPr>
          <p:cNvSpPr>
            <a:spLocks xmlns:a="http://schemas.openxmlformats.org/drawingml/2006/main" noGrp="1"/>
          </p:cNvSpPr>
          <p:nvPr/>
        </p:nvSpPr>
        <p:spPr>
          <a:xfrm xmlns:a="http://schemas.openxmlformats.org/drawingml/2006/main">
            <a:off x="647700" y="5981700"/>
            <a:ext cx="6591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660" b="0" i="0">
                <a:solidFill>
                  <a:srgbClr val="6C6A64"/>
                </a:solidFill>
                <a:latin typeface="Arial"/>
                <a:ea typeface="Arial"/>
                <a:cs typeface="Arial"/>
              </a:defRPr>
            </a:defPPr>
            <a:lvl1pPr algn="l">
              <a:defRPr sz="660" b="0" i="0">
                <a:solidFill>
                  <a:srgbClr val="6C6A64"/>
                </a:solidFill>
                <a:latin typeface="Arial"/>
                <a:ea typeface="Arial"/>
                <a:cs typeface="Arial"/>
              </a:defRPr>
            </a:lvl1pPr>
            <a:lvl2pPr algn="l">
              <a:defRPr sz="660" b="0" i="0">
                <a:solidFill>
                  <a:srgbClr val="6C6A64"/>
                </a:solidFill>
                <a:latin typeface="Arial"/>
                <a:ea typeface="Arial"/>
                <a:cs typeface="Arial"/>
              </a:defRPr>
            </a:lvl2pPr>
            <a:lvl3pPr algn="l">
              <a:defRPr sz="660" b="0" i="0">
                <a:solidFill>
                  <a:srgbClr val="6C6A64"/>
                </a:solidFill>
                <a:latin typeface="Arial"/>
                <a:ea typeface="Arial"/>
                <a:cs typeface="Arial"/>
              </a:defRPr>
            </a:lvl3pPr>
            <a:lvl4pPr algn="l">
              <a:defRPr sz="660" b="0" i="0">
                <a:solidFill>
                  <a:srgbClr val="6C6A64"/>
                </a:solidFill>
                <a:latin typeface="Arial"/>
                <a:ea typeface="Arial"/>
                <a:cs typeface="Arial"/>
              </a:defRPr>
            </a:lvl4pPr>
            <a:lvl5pPr algn="l">
              <a:defRPr sz="660" b="0" i="0">
                <a:solidFill>
                  <a:srgbClr val="6C6A64"/>
                </a:solidFill>
                <a:latin typeface="Arial"/>
                <a:ea typeface="Arial"/>
                <a:cs typeface="Arial"/>
              </a:defRPr>
            </a:lvl5pPr>
            <a:lvl6pPr algn="l">
              <a:defRPr sz="660" b="0" i="0">
                <a:solidFill>
                  <a:srgbClr val="6C6A64"/>
                </a:solidFill>
                <a:latin typeface="Arial"/>
                <a:ea typeface="Arial"/>
                <a:cs typeface="Arial"/>
              </a:defRPr>
            </a:lvl6pPr>
            <a:lvl7pPr algn="l">
              <a:defRPr sz="660" b="0" i="0">
                <a:solidFill>
                  <a:srgbClr val="6C6A64"/>
                </a:solidFill>
                <a:latin typeface="Arial"/>
                <a:ea typeface="Arial"/>
                <a:cs typeface="Arial"/>
              </a:defRPr>
            </a:lvl7pPr>
            <a:lvl8pPr algn="l">
              <a:defRPr sz="660" b="0" i="0">
                <a:solidFill>
                  <a:srgbClr val="6C6A64"/>
                </a:solidFill>
                <a:latin typeface="Arial"/>
                <a:ea typeface="Arial"/>
                <a:cs typeface="Arial"/>
              </a:defRPr>
            </a:lvl8pPr>
            <a:lvl9pPr algn="l">
              <a:defRPr sz="660" b="0" i="0">
                <a:solidFill>
                  <a:srgbClr val="6C6A64"/>
                </a:solidFill>
                <a:latin typeface="Arial"/>
                <a:ea typeface="Arial"/>
                <a:cs typeface="Arial"/>
              </a:defRPr>
            </a:lvl9pPr>
          </a:lstStyle>
          <a:p xmlns:a="http://schemas.openxmlformats.org/drawingml/2006/main">
            <a:pPr algn="l">
              <a:defRPr sz="660" b="0" i="0">
                <a:solidFill>
                  <a:srgbClr val="6C6A64"/>
                </a:solidFill>
                <a:latin typeface="Arial"/>
                <a:ea typeface="Arial"/>
                <a:cs typeface="Arial"/>
              </a:defRPr>
            </a:pPr>
            <a:r>
              <a:rPr sz="660" b="0" i="0">
                <a:solidFill>
                  <a:srgbClr val="6C6A64"/>
                </a:solidFill>
                <a:latin typeface="Arial"/>
                <a:ea typeface="Arial"/>
                <a:cs typeface="Arial"/>
              </a:rPr>
              <a:t>03-final-colour-illustration.png / 4:5 portrait</a:t>
            </a:r>
          </a:p>
        </p:txBody>
      </p:sp>
      <p:sp>
        <p:nvSpPr>
          <p:cNvPr id="7" name="">
            <a:extLst xmlns:a="http://schemas.openxmlformats.org/drawingml/2006/main">
              <a:ext uri="{FF2B5EF4-FFF2-40B4-BE49-F238E27FC236}">
                <a16:creationId xmlns:a16="http://schemas.microsoft.com/office/drawing/2014/main" id="{CEC88994-65F1-473F-B2E8-997EA2367ACD}"/>
              </a:ext>
            </a:extLst>
          </p:cNvPr>
          <p:cNvSpPr>
            <a:spLocks xmlns:a="http://schemas.openxmlformats.org/drawingml/2006/main" noGrp="1"/>
          </p:cNvSpPr>
          <p:nvPr/>
        </p:nvSpPr>
        <p:spPr>
          <a:xfrm xmlns:a="http://schemas.openxmlformats.org/drawingml/2006/main">
            <a:off x="7658100" y="1390650"/>
            <a:ext cx="1181100" cy="1181100"/>
          </a:xfrm>
          <a:prstGeom xmlns:a="http://schemas.openxmlformats.org/drawingml/2006/main" prst="rect">
            <a:avLst/>
          </a:prstGeom>
          <a:solidFill xmlns:a="http://schemas.openxmlformats.org/drawingml/2006/main">
            <a:srgbClr val="E8E6E0"/>
          </a:solidFill>
          <a:ln xmlns:a="http://schemas.openxmlformats.org/drawingml/2006/main" w="9525">
            <a:solidFill>
              <a:srgbClr val="B9B6AE"/>
            </a:solidFill>
            <a:prstDash val="solid"/>
          </a:ln>
        </p:spPr>
      </p:sp>
      <p:sp>
        <p:nvSpPr>
          <p:cNvPr id="8" name="">
            <a:extLst xmlns:a="http://schemas.openxmlformats.org/drawingml/2006/main">
              <a:ext uri="{FF2B5EF4-FFF2-40B4-BE49-F238E27FC236}">
                <a16:creationId xmlns:a16="http://schemas.microsoft.com/office/drawing/2014/main" id="{CBEC3AF0-3CAE-4088-A792-3CD72D0BC348}"/>
              </a:ext>
            </a:extLst>
          </p:cNvPr>
          <p:cNvSpPr>
            <a:spLocks xmlns:a="http://schemas.openxmlformats.org/drawingml/2006/main" noGrp="1"/>
          </p:cNvSpPr>
          <p:nvPr/>
        </p:nvSpPr>
        <p:spPr>
          <a:xfrm xmlns:a="http://schemas.openxmlformats.org/drawingml/2006/main">
            <a:off x="7791450" y="15240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525" b="1" i="0">
                <a:solidFill>
                  <a:srgbClr val="557A76"/>
                </a:solidFill>
                <a:latin typeface="Arial"/>
                <a:ea typeface="Arial"/>
                <a:cs typeface="Arial"/>
              </a:defRPr>
            </a:defPPr>
            <a:lvl1pPr algn="l">
              <a:defRPr sz="525" b="1" i="0">
                <a:solidFill>
                  <a:srgbClr val="557A76"/>
                </a:solidFill>
                <a:latin typeface="Arial"/>
                <a:ea typeface="Arial"/>
                <a:cs typeface="Arial"/>
              </a:defRPr>
            </a:lvl1pPr>
            <a:lvl2pPr algn="l">
              <a:defRPr sz="525" b="1" i="0">
                <a:solidFill>
                  <a:srgbClr val="557A76"/>
                </a:solidFill>
                <a:latin typeface="Arial"/>
                <a:ea typeface="Arial"/>
                <a:cs typeface="Arial"/>
              </a:defRPr>
            </a:lvl2pPr>
            <a:lvl3pPr algn="l">
              <a:defRPr sz="525" b="1" i="0">
                <a:solidFill>
                  <a:srgbClr val="557A76"/>
                </a:solidFill>
                <a:latin typeface="Arial"/>
                <a:ea typeface="Arial"/>
                <a:cs typeface="Arial"/>
              </a:defRPr>
            </a:lvl3pPr>
            <a:lvl4pPr algn="l">
              <a:defRPr sz="525" b="1" i="0">
                <a:solidFill>
                  <a:srgbClr val="557A76"/>
                </a:solidFill>
                <a:latin typeface="Arial"/>
                <a:ea typeface="Arial"/>
                <a:cs typeface="Arial"/>
              </a:defRPr>
            </a:lvl4pPr>
            <a:lvl5pPr algn="l">
              <a:defRPr sz="525" b="1" i="0">
                <a:solidFill>
                  <a:srgbClr val="557A76"/>
                </a:solidFill>
                <a:latin typeface="Arial"/>
                <a:ea typeface="Arial"/>
                <a:cs typeface="Arial"/>
              </a:defRPr>
            </a:lvl5pPr>
            <a:lvl6pPr algn="l">
              <a:defRPr sz="525" b="1" i="0">
                <a:solidFill>
                  <a:srgbClr val="557A76"/>
                </a:solidFill>
                <a:latin typeface="Arial"/>
                <a:ea typeface="Arial"/>
                <a:cs typeface="Arial"/>
              </a:defRPr>
            </a:lvl6pPr>
            <a:lvl7pPr algn="l">
              <a:defRPr sz="525" b="1" i="0">
                <a:solidFill>
                  <a:srgbClr val="557A76"/>
                </a:solidFill>
                <a:latin typeface="Arial"/>
                <a:ea typeface="Arial"/>
                <a:cs typeface="Arial"/>
              </a:defRPr>
            </a:lvl7pPr>
            <a:lvl8pPr algn="l">
              <a:defRPr sz="525" b="1" i="0">
                <a:solidFill>
                  <a:srgbClr val="557A76"/>
                </a:solidFill>
                <a:latin typeface="Arial"/>
                <a:ea typeface="Arial"/>
                <a:cs typeface="Arial"/>
              </a:defRPr>
            </a:lvl8pPr>
            <a:lvl9pPr algn="l">
              <a:defRPr sz="525" b="1" i="0">
                <a:solidFill>
                  <a:srgbClr val="557A76"/>
                </a:solidFill>
                <a:latin typeface="Arial"/>
                <a:ea typeface="Arial"/>
                <a:cs typeface="Arial"/>
              </a:defRPr>
            </a:lvl9pPr>
          </a:lstStyle>
          <a:p xmlns:a="http://schemas.openxmlformats.org/drawingml/2006/main">
            <a:pPr algn="l">
              <a:defRPr sz="525" b="1" i="0">
                <a:solidFill>
                  <a:srgbClr val="557A76"/>
                </a:solidFill>
                <a:latin typeface="Arial"/>
                <a:ea typeface="Arial"/>
                <a:cs typeface="Arial"/>
              </a:defRPr>
            </a:pPr>
            <a:r>
              <a:rPr sz="525" b="1" i="0">
                <a:solidFill>
                  <a:srgbClr val="557A76"/>
                </a:solidFill>
                <a:latin typeface="Arial"/>
                <a:ea typeface="Arial"/>
                <a:cs typeface="Arial"/>
              </a:rPr>
              <a:t>ASSET NEEDED</a:t>
            </a:r>
          </a:p>
        </p:txBody>
      </p:sp>
      <p:sp>
        <p:nvSpPr>
          <p:cNvPr id="9" name="">
            <a:extLst xmlns:a="http://schemas.openxmlformats.org/drawingml/2006/main">
              <a:ext uri="{FF2B5EF4-FFF2-40B4-BE49-F238E27FC236}">
                <a16:creationId xmlns:a16="http://schemas.microsoft.com/office/drawing/2014/main" id="{54869C42-138F-45DC-A402-0C2832EDB7F2}"/>
              </a:ext>
            </a:extLst>
          </p:cNvPr>
          <p:cNvSpPr>
            <a:spLocks xmlns:a="http://schemas.openxmlformats.org/drawingml/2006/main" noGrp="1"/>
          </p:cNvSpPr>
          <p:nvPr/>
        </p:nvSpPr>
        <p:spPr>
          <a:xfrm xmlns:a="http://schemas.openxmlformats.org/drawingml/2006/main">
            <a:off x="7791450" y="1863090"/>
            <a:ext cx="914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660" b="0" i="0">
                <a:solidFill>
                  <a:srgbClr val="171715"/>
                </a:solidFill>
                <a:latin typeface="Arial"/>
                <a:ea typeface="Arial"/>
                <a:cs typeface="Arial"/>
              </a:defRPr>
            </a:defPPr>
            <a:lvl1pPr algn="l">
              <a:defRPr sz="660" b="0" i="0">
                <a:solidFill>
                  <a:srgbClr val="171715"/>
                </a:solidFill>
                <a:latin typeface="Arial"/>
                <a:ea typeface="Arial"/>
                <a:cs typeface="Arial"/>
              </a:defRPr>
            </a:lvl1pPr>
            <a:lvl2pPr algn="l">
              <a:defRPr sz="660" b="0" i="0">
                <a:solidFill>
                  <a:srgbClr val="171715"/>
                </a:solidFill>
                <a:latin typeface="Arial"/>
                <a:ea typeface="Arial"/>
                <a:cs typeface="Arial"/>
              </a:defRPr>
            </a:lvl2pPr>
            <a:lvl3pPr algn="l">
              <a:defRPr sz="660" b="0" i="0">
                <a:solidFill>
                  <a:srgbClr val="171715"/>
                </a:solidFill>
                <a:latin typeface="Arial"/>
                <a:ea typeface="Arial"/>
                <a:cs typeface="Arial"/>
              </a:defRPr>
            </a:lvl3pPr>
            <a:lvl4pPr algn="l">
              <a:defRPr sz="660" b="0" i="0">
                <a:solidFill>
                  <a:srgbClr val="171715"/>
                </a:solidFill>
                <a:latin typeface="Arial"/>
                <a:ea typeface="Arial"/>
                <a:cs typeface="Arial"/>
              </a:defRPr>
            </a:lvl4pPr>
            <a:lvl5pPr algn="l">
              <a:defRPr sz="660" b="0" i="0">
                <a:solidFill>
                  <a:srgbClr val="171715"/>
                </a:solidFill>
                <a:latin typeface="Arial"/>
                <a:ea typeface="Arial"/>
                <a:cs typeface="Arial"/>
              </a:defRPr>
            </a:lvl5pPr>
            <a:lvl6pPr algn="l">
              <a:defRPr sz="660" b="0" i="0">
                <a:solidFill>
                  <a:srgbClr val="171715"/>
                </a:solidFill>
                <a:latin typeface="Arial"/>
                <a:ea typeface="Arial"/>
                <a:cs typeface="Arial"/>
              </a:defRPr>
            </a:lvl6pPr>
            <a:lvl7pPr algn="l">
              <a:defRPr sz="660" b="0" i="0">
                <a:solidFill>
                  <a:srgbClr val="171715"/>
                </a:solidFill>
                <a:latin typeface="Arial"/>
                <a:ea typeface="Arial"/>
                <a:cs typeface="Arial"/>
              </a:defRPr>
            </a:lvl7pPr>
            <a:lvl8pPr algn="l">
              <a:defRPr sz="660" b="0" i="0">
                <a:solidFill>
                  <a:srgbClr val="171715"/>
                </a:solidFill>
                <a:latin typeface="Arial"/>
                <a:ea typeface="Arial"/>
                <a:cs typeface="Arial"/>
              </a:defRPr>
            </a:lvl8pPr>
            <a:lvl9pPr algn="l">
              <a:defRPr sz="660" b="0" i="0">
                <a:solidFill>
                  <a:srgbClr val="171715"/>
                </a:solidFill>
                <a:latin typeface="Arial"/>
                <a:ea typeface="Arial"/>
                <a:cs typeface="Arial"/>
              </a:defRPr>
            </a:lvl9pPr>
          </a:lstStyle>
          <a:p xmlns:a="http://schemas.openxmlformats.org/drawingml/2006/main">
            <a:pPr algn="l">
              <a:defRPr sz="660" b="0" i="0">
                <a:solidFill>
                  <a:srgbClr val="171715"/>
                </a:solidFill>
                <a:latin typeface="Arial"/>
                <a:ea typeface="Arial"/>
                <a:cs typeface="Arial"/>
              </a:defRPr>
            </a:pPr>
            <a:r>
              <a:rPr sz="660" b="0" i="0">
                <a:solidFill>
                  <a:srgbClr val="171715"/>
                </a:solidFill>
                <a:latin typeface="Arial"/>
                <a:ea typeface="Arial"/>
                <a:cs typeface="Arial"/>
              </a:rPr>
              <a:t>detail-inner-figure</a:t>
            </a:r>
          </a:p>
        </p:txBody>
      </p:sp>
      <p:sp>
        <p:nvSpPr>
          <p:cNvPr id="10" name="">
            <a:extLst xmlns:a="http://schemas.openxmlformats.org/drawingml/2006/main">
              <a:ext uri="{FF2B5EF4-FFF2-40B4-BE49-F238E27FC236}">
                <a16:creationId xmlns:a16="http://schemas.microsoft.com/office/drawing/2014/main" id="{9C947EA0-4282-4A64-BCCE-E1269B089012}"/>
              </a:ext>
            </a:extLst>
          </p:cNvPr>
          <p:cNvSpPr>
            <a:spLocks xmlns:a="http://schemas.openxmlformats.org/drawingml/2006/main" noGrp="1"/>
          </p:cNvSpPr>
          <p:nvPr/>
        </p:nvSpPr>
        <p:spPr>
          <a:xfrm xmlns:a="http://schemas.openxmlformats.org/drawingml/2006/main">
            <a:off x="7791450" y="2209800"/>
            <a:ext cx="914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563" b="0" i="0">
                <a:solidFill>
                  <a:srgbClr val="6C6A64"/>
                </a:solidFill>
                <a:latin typeface="Arial"/>
                <a:ea typeface="Arial"/>
                <a:cs typeface="Arial"/>
              </a:defRPr>
            </a:defPPr>
            <a:lvl1pPr algn="l">
              <a:defRPr sz="563" b="0" i="0">
                <a:solidFill>
                  <a:srgbClr val="6C6A64"/>
                </a:solidFill>
                <a:latin typeface="Arial"/>
                <a:ea typeface="Arial"/>
                <a:cs typeface="Arial"/>
              </a:defRPr>
            </a:lvl1pPr>
            <a:lvl2pPr algn="l">
              <a:defRPr sz="563" b="0" i="0">
                <a:solidFill>
                  <a:srgbClr val="6C6A64"/>
                </a:solidFill>
                <a:latin typeface="Arial"/>
                <a:ea typeface="Arial"/>
                <a:cs typeface="Arial"/>
              </a:defRPr>
            </a:lvl2pPr>
            <a:lvl3pPr algn="l">
              <a:defRPr sz="563" b="0" i="0">
                <a:solidFill>
                  <a:srgbClr val="6C6A64"/>
                </a:solidFill>
                <a:latin typeface="Arial"/>
                <a:ea typeface="Arial"/>
                <a:cs typeface="Arial"/>
              </a:defRPr>
            </a:lvl3pPr>
            <a:lvl4pPr algn="l">
              <a:defRPr sz="563" b="0" i="0">
                <a:solidFill>
                  <a:srgbClr val="6C6A64"/>
                </a:solidFill>
                <a:latin typeface="Arial"/>
                <a:ea typeface="Arial"/>
                <a:cs typeface="Arial"/>
              </a:defRPr>
            </a:lvl4pPr>
            <a:lvl5pPr algn="l">
              <a:defRPr sz="563" b="0" i="0">
                <a:solidFill>
                  <a:srgbClr val="6C6A64"/>
                </a:solidFill>
                <a:latin typeface="Arial"/>
                <a:ea typeface="Arial"/>
                <a:cs typeface="Arial"/>
              </a:defRPr>
            </a:lvl5pPr>
            <a:lvl6pPr algn="l">
              <a:defRPr sz="563" b="0" i="0">
                <a:solidFill>
                  <a:srgbClr val="6C6A64"/>
                </a:solidFill>
                <a:latin typeface="Arial"/>
                <a:ea typeface="Arial"/>
                <a:cs typeface="Arial"/>
              </a:defRPr>
            </a:lvl6pPr>
            <a:lvl7pPr algn="l">
              <a:defRPr sz="563" b="0" i="0">
                <a:solidFill>
                  <a:srgbClr val="6C6A64"/>
                </a:solidFill>
                <a:latin typeface="Arial"/>
                <a:ea typeface="Arial"/>
                <a:cs typeface="Arial"/>
              </a:defRPr>
            </a:lvl7pPr>
            <a:lvl8pPr algn="l">
              <a:defRPr sz="563" b="0" i="0">
                <a:solidFill>
                  <a:srgbClr val="6C6A64"/>
                </a:solidFill>
                <a:latin typeface="Arial"/>
                <a:ea typeface="Arial"/>
                <a:cs typeface="Arial"/>
              </a:defRPr>
            </a:lvl8pPr>
            <a:lvl9pPr algn="l">
              <a:defRPr sz="563" b="0" i="0">
                <a:solidFill>
                  <a:srgbClr val="6C6A64"/>
                </a:solidFill>
                <a:latin typeface="Arial"/>
                <a:ea typeface="Arial"/>
                <a:cs typeface="Arial"/>
              </a:defRPr>
            </a:lvl9pPr>
          </a:lstStyle>
          <a:p xmlns:a="http://schemas.openxmlformats.org/drawingml/2006/main">
            <a:pPr algn="l">
              <a:defRPr sz="563" b="0" i="0">
                <a:solidFill>
                  <a:srgbClr val="6C6A64"/>
                </a:solidFill>
                <a:latin typeface="Arial"/>
                <a:ea typeface="Arial"/>
                <a:cs typeface="Arial"/>
              </a:defRPr>
            </a:pPr>
            <a:r>
              <a:rPr sz="563" b="0" i="0">
                <a:solidFill>
                  <a:srgbClr val="6C6A64"/>
                </a:solidFill>
                <a:latin typeface="Arial"/>
                <a:ea typeface="Arial"/>
                <a:cs typeface="Arial"/>
              </a:rPr>
              <a:t>1:1 crop</a:t>
            </a:r>
          </a:p>
        </p:txBody>
      </p:sp>
      <p:sp>
        <p:nvSpPr>
          <p:cNvPr id="11" name="">
            <a:extLst xmlns:a="http://schemas.openxmlformats.org/drawingml/2006/main">
              <a:ext uri="{FF2B5EF4-FFF2-40B4-BE49-F238E27FC236}">
                <a16:creationId xmlns:a16="http://schemas.microsoft.com/office/drawing/2014/main" id="{E15124BB-9387-4FF5-BD40-522024620547}"/>
              </a:ext>
            </a:extLst>
          </p:cNvPr>
          <p:cNvSpPr>
            <a:spLocks xmlns:a="http://schemas.openxmlformats.org/drawingml/2006/main" noGrp="1"/>
          </p:cNvSpPr>
          <p:nvPr/>
        </p:nvSpPr>
        <p:spPr>
          <a:xfrm xmlns:a="http://schemas.openxmlformats.org/drawingml/2006/main">
            <a:off x="7658100" y="2705100"/>
            <a:ext cx="11811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990" b="0" i="0">
                <a:solidFill>
                  <a:srgbClr val="171715"/>
                </a:solidFill>
                <a:latin typeface="Georgia"/>
                <a:ea typeface="Georgia"/>
                <a:cs typeface="Georgia"/>
              </a:defRPr>
            </a:defPPr>
            <a:lvl1pPr algn="l">
              <a:defRPr sz="990" b="0" i="0">
                <a:solidFill>
                  <a:srgbClr val="171715"/>
                </a:solidFill>
                <a:latin typeface="Georgia"/>
                <a:ea typeface="Georgia"/>
                <a:cs typeface="Georgia"/>
              </a:defRPr>
            </a:lvl1pPr>
            <a:lvl2pPr algn="l">
              <a:defRPr sz="990" b="0" i="0">
                <a:solidFill>
                  <a:srgbClr val="171715"/>
                </a:solidFill>
                <a:latin typeface="Georgia"/>
                <a:ea typeface="Georgia"/>
                <a:cs typeface="Georgia"/>
              </a:defRPr>
            </a:lvl2pPr>
            <a:lvl3pPr algn="l">
              <a:defRPr sz="990" b="0" i="0">
                <a:solidFill>
                  <a:srgbClr val="171715"/>
                </a:solidFill>
                <a:latin typeface="Georgia"/>
                <a:ea typeface="Georgia"/>
                <a:cs typeface="Georgia"/>
              </a:defRPr>
            </a:lvl3pPr>
            <a:lvl4pPr algn="l">
              <a:defRPr sz="990" b="0" i="0">
                <a:solidFill>
                  <a:srgbClr val="171715"/>
                </a:solidFill>
                <a:latin typeface="Georgia"/>
                <a:ea typeface="Georgia"/>
                <a:cs typeface="Georgia"/>
              </a:defRPr>
            </a:lvl4pPr>
            <a:lvl5pPr algn="l">
              <a:defRPr sz="990" b="0" i="0">
                <a:solidFill>
                  <a:srgbClr val="171715"/>
                </a:solidFill>
                <a:latin typeface="Georgia"/>
                <a:ea typeface="Georgia"/>
                <a:cs typeface="Georgia"/>
              </a:defRPr>
            </a:lvl5pPr>
            <a:lvl6pPr algn="l">
              <a:defRPr sz="990" b="0" i="0">
                <a:solidFill>
                  <a:srgbClr val="171715"/>
                </a:solidFill>
                <a:latin typeface="Georgia"/>
                <a:ea typeface="Georgia"/>
                <a:cs typeface="Georgia"/>
              </a:defRPr>
            </a:lvl6pPr>
            <a:lvl7pPr algn="l">
              <a:defRPr sz="990" b="0" i="0">
                <a:solidFill>
                  <a:srgbClr val="171715"/>
                </a:solidFill>
                <a:latin typeface="Georgia"/>
                <a:ea typeface="Georgia"/>
                <a:cs typeface="Georgia"/>
              </a:defRPr>
            </a:lvl7pPr>
            <a:lvl8pPr algn="l">
              <a:defRPr sz="990" b="0" i="0">
                <a:solidFill>
                  <a:srgbClr val="171715"/>
                </a:solidFill>
                <a:latin typeface="Georgia"/>
                <a:ea typeface="Georgia"/>
                <a:cs typeface="Georgia"/>
              </a:defRPr>
            </a:lvl8pPr>
            <a:lvl9pPr algn="l">
              <a:defRPr sz="990" b="0" i="0">
                <a:solidFill>
                  <a:srgbClr val="171715"/>
                </a:solidFill>
                <a:latin typeface="Georgia"/>
                <a:ea typeface="Georgia"/>
                <a:cs typeface="Georgia"/>
              </a:defRPr>
            </a:lvl9pPr>
          </a:lstStyle>
          <a:p xmlns:a="http://schemas.openxmlformats.org/drawingml/2006/main">
            <a:pPr algn="l">
              <a:defRPr sz="990" b="0" i="0">
                <a:solidFill>
                  <a:srgbClr val="171715"/>
                </a:solidFill>
                <a:latin typeface="Georgia"/>
                <a:ea typeface="Georgia"/>
                <a:cs typeface="Georgia"/>
              </a:defRPr>
            </a:pPr>
            <a:r>
              <a:rPr sz="990" b="0" i="0">
                <a:solidFill>
                  <a:srgbClr val="171715"/>
                </a:solidFill>
                <a:latin typeface="Georgia"/>
                <a:ea typeface="Georgia"/>
                <a:cs typeface="Georgia"/>
              </a:rPr>
              <a:t>The Inner Figure</a:t>
            </a:r>
          </a:p>
        </p:txBody>
      </p:sp>
      <p:sp>
        <p:nvSpPr>
          <p:cNvPr id="12" name="">
            <a:extLst xmlns:a="http://schemas.openxmlformats.org/drawingml/2006/main">
              <a:ext uri="{FF2B5EF4-FFF2-40B4-BE49-F238E27FC236}">
                <a16:creationId xmlns:a16="http://schemas.microsoft.com/office/drawing/2014/main" id="{7FA7EBC9-A04E-4141-B613-1E86AF697CF4}"/>
              </a:ext>
            </a:extLst>
          </p:cNvPr>
          <p:cNvSpPr>
            <a:spLocks xmlns:a="http://schemas.openxmlformats.org/drawingml/2006/main" noGrp="1"/>
          </p:cNvSpPr>
          <p:nvPr/>
        </p:nvSpPr>
        <p:spPr>
          <a:xfrm xmlns:a="http://schemas.openxmlformats.org/drawingml/2006/main">
            <a:off x="7658100" y="3067050"/>
            <a:ext cx="11811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713" b="0" i="0">
                <a:solidFill>
                  <a:srgbClr val="6C6A64"/>
                </a:solidFill>
                <a:latin typeface="Arial"/>
                <a:ea typeface="Arial"/>
                <a:cs typeface="Arial"/>
              </a:defRPr>
            </a:defPPr>
            <a:lvl1pPr algn="l">
              <a:defRPr sz="713" b="0" i="0">
                <a:solidFill>
                  <a:srgbClr val="6C6A64"/>
                </a:solidFill>
                <a:latin typeface="Arial"/>
                <a:ea typeface="Arial"/>
                <a:cs typeface="Arial"/>
              </a:defRPr>
            </a:lvl1pPr>
            <a:lvl2pPr algn="l">
              <a:defRPr sz="713" b="0" i="0">
                <a:solidFill>
                  <a:srgbClr val="6C6A64"/>
                </a:solidFill>
                <a:latin typeface="Arial"/>
                <a:ea typeface="Arial"/>
                <a:cs typeface="Arial"/>
              </a:defRPr>
            </a:lvl2pPr>
            <a:lvl3pPr algn="l">
              <a:defRPr sz="713" b="0" i="0">
                <a:solidFill>
                  <a:srgbClr val="6C6A64"/>
                </a:solidFill>
                <a:latin typeface="Arial"/>
                <a:ea typeface="Arial"/>
                <a:cs typeface="Arial"/>
              </a:defRPr>
            </a:lvl3pPr>
            <a:lvl4pPr algn="l">
              <a:defRPr sz="713" b="0" i="0">
                <a:solidFill>
                  <a:srgbClr val="6C6A64"/>
                </a:solidFill>
                <a:latin typeface="Arial"/>
                <a:ea typeface="Arial"/>
                <a:cs typeface="Arial"/>
              </a:defRPr>
            </a:lvl4pPr>
            <a:lvl5pPr algn="l">
              <a:defRPr sz="713" b="0" i="0">
                <a:solidFill>
                  <a:srgbClr val="6C6A64"/>
                </a:solidFill>
                <a:latin typeface="Arial"/>
                <a:ea typeface="Arial"/>
                <a:cs typeface="Arial"/>
              </a:defRPr>
            </a:lvl5pPr>
            <a:lvl6pPr algn="l">
              <a:defRPr sz="713" b="0" i="0">
                <a:solidFill>
                  <a:srgbClr val="6C6A64"/>
                </a:solidFill>
                <a:latin typeface="Arial"/>
                <a:ea typeface="Arial"/>
                <a:cs typeface="Arial"/>
              </a:defRPr>
            </a:lvl6pPr>
            <a:lvl7pPr algn="l">
              <a:defRPr sz="713" b="0" i="0">
                <a:solidFill>
                  <a:srgbClr val="6C6A64"/>
                </a:solidFill>
                <a:latin typeface="Arial"/>
                <a:ea typeface="Arial"/>
                <a:cs typeface="Arial"/>
              </a:defRPr>
            </a:lvl7pPr>
            <a:lvl8pPr algn="l">
              <a:defRPr sz="713" b="0" i="0">
                <a:solidFill>
                  <a:srgbClr val="6C6A64"/>
                </a:solidFill>
                <a:latin typeface="Arial"/>
                <a:ea typeface="Arial"/>
                <a:cs typeface="Arial"/>
              </a:defRPr>
            </a:lvl8pPr>
            <a:lvl9pPr algn="l">
              <a:defRPr sz="713" b="0" i="0">
                <a:solidFill>
                  <a:srgbClr val="6C6A64"/>
                </a:solidFill>
                <a:latin typeface="Arial"/>
                <a:ea typeface="Arial"/>
                <a:cs typeface="Arial"/>
              </a:defRPr>
            </a:lvl9pPr>
          </a:lstStyle>
          <a:p xmlns:a="http://schemas.openxmlformats.org/drawingml/2006/main">
            <a:pPr algn="l">
              <a:defRPr sz="713" b="0" i="0">
                <a:solidFill>
                  <a:srgbClr val="6C6A64"/>
                </a:solidFill>
                <a:latin typeface="Arial"/>
                <a:ea typeface="Arial"/>
                <a:cs typeface="Arial"/>
              </a:defRPr>
            </a:pPr>
            <a:r>
              <a:rPr sz="713" b="0" i="0">
                <a:solidFill>
                  <a:srgbClr val="6C6A64"/>
                </a:solidFill>
                <a:latin typeface="Arial"/>
                <a:ea typeface="Arial"/>
                <a:cs typeface="Arial"/>
              </a:rPr>
              <a:t>The remaining internal voice, reduced but not erased.</a:t>
            </a:r>
          </a:p>
        </p:txBody>
      </p:sp>
      <p:sp>
        <p:nvSpPr>
          <p:cNvPr id="13" name="">
            <a:extLst xmlns:a="http://schemas.openxmlformats.org/drawingml/2006/main">
              <a:ext uri="{FF2B5EF4-FFF2-40B4-BE49-F238E27FC236}">
                <a16:creationId xmlns:a16="http://schemas.microsoft.com/office/drawing/2014/main" id="{5FB81FF3-7A1A-455E-BB95-F2D00E93399B}"/>
              </a:ext>
            </a:extLst>
          </p:cNvPr>
          <p:cNvSpPr>
            <a:spLocks xmlns:a="http://schemas.openxmlformats.org/drawingml/2006/main" noGrp="1"/>
          </p:cNvSpPr>
          <p:nvPr/>
        </p:nvSpPr>
        <p:spPr>
          <a:xfrm xmlns:a="http://schemas.openxmlformats.org/drawingml/2006/main">
            <a:off x="8972550" y="1390650"/>
            <a:ext cx="1181100" cy="1181100"/>
          </a:xfrm>
          <a:prstGeom xmlns:a="http://schemas.openxmlformats.org/drawingml/2006/main" prst="rect">
            <a:avLst/>
          </a:prstGeom>
          <a:solidFill xmlns:a="http://schemas.openxmlformats.org/drawingml/2006/main">
            <a:srgbClr val="E8E6E0"/>
          </a:solidFill>
          <a:ln xmlns:a="http://schemas.openxmlformats.org/drawingml/2006/main" w="9525">
            <a:solidFill>
              <a:srgbClr val="B9B6AE"/>
            </a:solidFill>
            <a:prstDash val="solid"/>
          </a:ln>
        </p:spPr>
      </p:sp>
      <p:sp>
        <p:nvSpPr>
          <p:cNvPr id="14" name="">
            <a:extLst xmlns:a="http://schemas.openxmlformats.org/drawingml/2006/main">
              <a:ext uri="{FF2B5EF4-FFF2-40B4-BE49-F238E27FC236}">
                <a16:creationId xmlns:a16="http://schemas.microsoft.com/office/drawing/2014/main" id="{3B2360F5-D905-4792-AD1C-6671E3C04079}"/>
              </a:ext>
            </a:extLst>
          </p:cNvPr>
          <p:cNvSpPr>
            <a:spLocks xmlns:a="http://schemas.openxmlformats.org/drawingml/2006/main" noGrp="1"/>
          </p:cNvSpPr>
          <p:nvPr/>
        </p:nvSpPr>
        <p:spPr>
          <a:xfrm xmlns:a="http://schemas.openxmlformats.org/drawingml/2006/main">
            <a:off x="9105900" y="152400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525" b="1" i="0">
                <a:solidFill>
                  <a:srgbClr val="557A76"/>
                </a:solidFill>
                <a:latin typeface="Arial"/>
                <a:ea typeface="Arial"/>
                <a:cs typeface="Arial"/>
              </a:defRPr>
            </a:defPPr>
            <a:lvl1pPr algn="l">
              <a:defRPr sz="525" b="1" i="0">
                <a:solidFill>
                  <a:srgbClr val="557A76"/>
                </a:solidFill>
                <a:latin typeface="Arial"/>
                <a:ea typeface="Arial"/>
                <a:cs typeface="Arial"/>
              </a:defRPr>
            </a:lvl1pPr>
            <a:lvl2pPr algn="l">
              <a:defRPr sz="525" b="1" i="0">
                <a:solidFill>
                  <a:srgbClr val="557A76"/>
                </a:solidFill>
                <a:latin typeface="Arial"/>
                <a:ea typeface="Arial"/>
                <a:cs typeface="Arial"/>
              </a:defRPr>
            </a:lvl2pPr>
            <a:lvl3pPr algn="l">
              <a:defRPr sz="525" b="1" i="0">
                <a:solidFill>
                  <a:srgbClr val="557A76"/>
                </a:solidFill>
                <a:latin typeface="Arial"/>
                <a:ea typeface="Arial"/>
                <a:cs typeface="Arial"/>
              </a:defRPr>
            </a:lvl3pPr>
            <a:lvl4pPr algn="l">
              <a:defRPr sz="525" b="1" i="0">
                <a:solidFill>
                  <a:srgbClr val="557A76"/>
                </a:solidFill>
                <a:latin typeface="Arial"/>
                <a:ea typeface="Arial"/>
                <a:cs typeface="Arial"/>
              </a:defRPr>
            </a:lvl4pPr>
            <a:lvl5pPr algn="l">
              <a:defRPr sz="525" b="1" i="0">
                <a:solidFill>
                  <a:srgbClr val="557A76"/>
                </a:solidFill>
                <a:latin typeface="Arial"/>
                <a:ea typeface="Arial"/>
                <a:cs typeface="Arial"/>
              </a:defRPr>
            </a:lvl5pPr>
            <a:lvl6pPr algn="l">
              <a:defRPr sz="525" b="1" i="0">
                <a:solidFill>
                  <a:srgbClr val="557A76"/>
                </a:solidFill>
                <a:latin typeface="Arial"/>
                <a:ea typeface="Arial"/>
                <a:cs typeface="Arial"/>
              </a:defRPr>
            </a:lvl6pPr>
            <a:lvl7pPr algn="l">
              <a:defRPr sz="525" b="1" i="0">
                <a:solidFill>
                  <a:srgbClr val="557A76"/>
                </a:solidFill>
                <a:latin typeface="Arial"/>
                <a:ea typeface="Arial"/>
                <a:cs typeface="Arial"/>
              </a:defRPr>
            </a:lvl7pPr>
            <a:lvl8pPr algn="l">
              <a:defRPr sz="525" b="1" i="0">
                <a:solidFill>
                  <a:srgbClr val="557A76"/>
                </a:solidFill>
                <a:latin typeface="Arial"/>
                <a:ea typeface="Arial"/>
                <a:cs typeface="Arial"/>
              </a:defRPr>
            </a:lvl8pPr>
            <a:lvl9pPr algn="l">
              <a:defRPr sz="525" b="1" i="0">
                <a:solidFill>
                  <a:srgbClr val="557A76"/>
                </a:solidFill>
                <a:latin typeface="Arial"/>
                <a:ea typeface="Arial"/>
                <a:cs typeface="Arial"/>
              </a:defRPr>
            </a:lvl9pPr>
          </a:lstStyle>
          <a:p xmlns:a="http://schemas.openxmlformats.org/drawingml/2006/main">
            <a:pPr algn="l">
              <a:defRPr sz="525" b="1" i="0">
                <a:solidFill>
                  <a:srgbClr val="557A76"/>
                </a:solidFill>
                <a:latin typeface="Arial"/>
                <a:ea typeface="Arial"/>
                <a:cs typeface="Arial"/>
              </a:defRPr>
            </a:pPr>
            <a:r>
              <a:rPr sz="525" b="1" i="0">
                <a:solidFill>
                  <a:srgbClr val="557A76"/>
                </a:solidFill>
                <a:latin typeface="Arial"/>
                <a:ea typeface="Arial"/>
                <a:cs typeface="Arial"/>
              </a:rPr>
              <a:t>ASSET NEEDED</a:t>
            </a:r>
          </a:p>
        </p:txBody>
      </p:sp>
      <p:sp>
        <p:nvSpPr>
          <p:cNvPr id="15" name="">
            <a:extLst xmlns:a="http://schemas.openxmlformats.org/drawingml/2006/main">
              <a:ext uri="{FF2B5EF4-FFF2-40B4-BE49-F238E27FC236}">
                <a16:creationId xmlns:a16="http://schemas.microsoft.com/office/drawing/2014/main" id="{3E0074B7-4E4F-422A-AA61-764B32B923C3}"/>
              </a:ext>
            </a:extLst>
          </p:cNvPr>
          <p:cNvSpPr>
            <a:spLocks xmlns:a="http://schemas.openxmlformats.org/drawingml/2006/main" noGrp="1"/>
          </p:cNvSpPr>
          <p:nvPr/>
        </p:nvSpPr>
        <p:spPr>
          <a:xfrm xmlns:a="http://schemas.openxmlformats.org/drawingml/2006/main">
            <a:off x="9105900" y="1863090"/>
            <a:ext cx="914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660" b="0" i="0">
                <a:solidFill>
                  <a:srgbClr val="171715"/>
                </a:solidFill>
                <a:latin typeface="Arial"/>
                <a:ea typeface="Arial"/>
                <a:cs typeface="Arial"/>
              </a:defRPr>
            </a:defPPr>
            <a:lvl1pPr algn="l">
              <a:defRPr sz="660" b="0" i="0">
                <a:solidFill>
                  <a:srgbClr val="171715"/>
                </a:solidFill>
                <a:latin typeface="Arial"/>
                <a:ea typeface="Arial"/>
                <a:cs typeface="Arial"/>
              </a:defRPr>
            </a:lvl1pPr>
            <a:lvl2pPr algn="l">
              <a:defRPr sz="660" b="0" i="0">
                <a:solidFill>
                  <a:srgbClr val="171715"/>
                </a:solidFill>
                <a:latin typeface="Arial"/>
                <a:ea typeface="Arial"/>
                <a:cs typeface="Arial"/>
              </a:defRPr>
            </a:lvl2pPr>
            <a:lvl3pPr algn="l">
              <a:defRPr sz="660" b="0" i="0">
                <a:solidFill>
                  <a:srgbClr val="171715"/>
                </a:solidFill>
                <a:latin typeface="Arial"/>
                <a:ea typeface="Arial"/>
                <a:cs typeface="Arial"/>
              </a:defRPr>
            </a:lvl3pPr>
            <a:lvl4pPr algn="l">
              <a:defRPr sz="660" b="0" i="0">
                <a:solidFill>
                  <a:srgbClr val="171715"/>
                </a:solidFill>
                <a:latin typeface="Arial"/>
                <a:ea typeface="Arial"/>
                <a:cs typeface="Arial"/>
              </a:defRPr>
            </a:lvl4pPr>
            <a:lvl5pPr algn="l">
              <a:defRPr sz="660" b="0" i="0">
                <a:solidFill>
                  <a:srgbClr val="171715"/>
                </a:solidFill>
                <a:latin typeface="Arial"/>
                <a:ea typeface="Arial"/>
                <a:cs typeface="Arial"/>
              </a:defRPr>
            </a:lvl5pPr>
            <a:lvl6pPr algn="l">
              <a:defRPr sz="660" b="0" i="0">
                <a:solidFill>
                  <a:srgbClr val="171715"/>
                </a:solidFill>
                <a:latin typeface="Arial"/>
                <a:ea typeface="Arial"/>
                <a:cs typeface="Arial"/>
              </a:defRPr>
            </a:lvl6pPr>
            <a:lvl7pPr algn="l">
              <a:defRPr sz="660" b="0" i="0">
                <a:solidFill>
                  <a:srgbClr val="171715"/>
                </a:solidFill>
                <a:latin typeface="Arial"/>
                <a:ea typeface="Arial"/>
                <a:cs typeface="Arial"/>
              </a:defRPr>
            </a:lvl7pPr>
            <a:lvl8pPr algn="l">
              <a:defRPr sz="660" b="0" i="0">
                <a:solidFill>
                  <a:srgbClr val="171715"/>
                </a:solidFill>
                <a:latin typeface="Arial"/>
                <a:ea typeface="Arial"/>
                <a:cs typeface="Arial"/>
              </a:defRPr>
            </a:lvl8pPr>
            <a:lvl9pPr algn="l">
              <a:defRPr sz="660" b="0" i="0">
                <a:solidFill>
                  <a:srgbClr val="171715"/>
                </a:solidFill>
                <a:latin typeface="Arial"/>
                <a:ea typeface="Arial"/>
                <a:cs typeface="Arial"/>
              </a:defRPr>
            </a:lvl9pPr>
          </a:lstStyle>
          <a:p xmlns:a="http://schemas.openxmlformats.org/drawingml/2006/main">
            <a:pPr algn="l">
              <a:defRPr sz="660" b="0" i="0">
                <a:solidFill>
                  <a:srgbClr val="171715"/>
                </a:solidFill>
                <a:latin typeface="Arial"/>
                <a:ea typeface="Arial"/>
                <a:cs typeface="Arial"/>
              </a:defRPr>
            </a:pPr>
            <a:r>
              <a:rPr sz="660" b="0" i="0">
                <a:solidFill>
                  <a:srgbClr val="171715"/>
                </a:solidFill>
                <a:latin typeface="Arial"/>
                <a:ea typeface="Arial"/>
                <a:cs typeface="Arial"/>
              </a:rPr>
              <a:t>detail-connections</a:t>
            </a:r>
          </a:p>
        </p:txBody>
      </p:sp>
      <p:sp>
        <p:nvSpPr>
          <p:cNvPr id="16" name="">
            <a:extLst xmlns:a="http://schemas.openxmlformats.org/drawingml/2006/main">
              <a:ext uri="{FF2B5EF4-FFF2-40B4-BE49-F238E27FC236}">
                <a16:creationId xmlns:a16="http://schemas.microsoft.com/office/drawing/2014/main" id="{D913D019-8DFD-4882-A60C-A70796479F23}"/>
              </a:ext>
            </a:extLst>
          </p:cNvPr>
          <p:cNvSpPr>
            <a:spLocks xmlns:a="http://schemas.openxmlformats.org/drawingml/2006/main" noGrp="1"/>
          </p:cNvSpPr>
          <p:nvPr/>
        </p:nvSpPr>
        <p:spPr>
          <a:xfrm xmlns:a="http://schemas.openxmlformats.org/drawingml/2006/main">
            <a:off x="9105900" y="2209800"/>
            <a:ext cx="914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563" b="0" i="0">
                <a:solidFill>
                  <a:srgbClr val="6C6A64"/>
                </a:solidFill>
                <a:latin typeface="Arial"/>
                <a:ea typeface="Arial"/>
                <a:cs typeface="Arial"/>
              </a:defRPr>
            </a:defPPr>
            <a:lvl1pPr algn="l">
              <a:defRPr sz="563" b="0" i="0">
                <a:solidFill>
                  <a:srgbClr val="6C6A64"/>
                </a:solidFill>
                <a:latin typeface="Arial"/>
                <a:ea typeface="Arial"/>
                <a:cs typeface="Arial"/>
              </a:defRPr>
            </a:lvl1pPr>
            <a:lvl2pPr algn="l">
              <a:defRPr sz="563" b="0" i="0">
                <a:solidFill>
                  <a:srgbClr val="6C6A64"/>
                </a:solidFill>
                <a:latin typeface="Arial"/>
                <a:ea typeface="Arial"/>
                <a:cs typeface="Arial"/>
              </a:defRPr>
            </a:lvl2pPr>
            <a:lvl3pPr algn="l">
              <a:defRPr sz="563" b="0" i="0">
                <a:solidFill>
                  <a:srgbClr val="6C6A64"/>
                </a:solidFill>
                <a:latin typeface="Arial"/>
                <a:ea typeface="Arial"/>
                <a:cs typeface="Arial"/>
              </a:defRPr>
            </a:lvl3pPr>
            <a:lvl4pPr algn="l">
              <a:defRPr sz="563" b="0" i="0">
                <a:solidFill>
                  <a:srgbClr val="6C6A64"/>
                </a:solidFill>
                <a:latin typeface="Arial"/>
                <a:ea typeface="Arial"/>
                <a:cs typeface="Arial"/>
              </a:defRPr>
            </a:lvl4pPr>
            <a:lvl5pPr algn="l">
              <a:defRPr sz="563" b="0" i="0">
                <a:solidFill>
                  <a:srgbClr val="6C6A64"/>
                </a:solidFill>
                <a:latin typeface="Arial"/>
                <a:ea typeface="Arial"/>
                <a:cs typeface="Arial"/>
              </a:defRPr>
            </a:lvl5pPr>
            <a:lvl6pPr algn="l">
              <a:defRPr sz="563" b="0" i="0">
                <a:solidFill>
                  <a:srgbClr val="6C6A64"/>
                </a:solidFill>
                <a:latin typeface="Arial"/>
                <a:ea typeface="Arial"/>
                <a:cs typeface="Arial"/>
              </a:defRPr>
            </a:lvl6pPr>
            <a:lvl7pPr algn="l">
              <a:defRPr sz="563" b="0" i="0">
                <a:solidFill>
                  <a:srgbClr val="6C6A64"/>
                </a:solidFill>
                <a:latin typeface="Arial"/>
                <a:ea typeface="Arial"/>
                <a:cs typeface="Arial"/>
              </a:defRPr>
            </a:lvl7pPr>
            <a:lvl8pPr algn="l">
              <a:defRPr sz="563" b="0" i="0">
                <a:solidFill>
                  <a:srgbClr val="6C6A64"/>
                </a:solidFill>
                <a:latin typeface="Arial"/>
                <a:ea typeface="Arial"/>
                <a:cs typeface="Arial"/>
              </a:defRPr>
            </a:lvl8pPr>
            <a:lvl9pPr algn="l">
              <a:defRPr sz="563" b="0" i="0">
                <a:solidFill>
                  <a:srgbClr val="6C6A64"/>
                </a:solidFill>
                <a:latin typeface="Arial"/>
                <a:ea typeface="Arial"/>
                <a:cs typeface="Arial"/>
              </a:defRPr>
            </a:lvl9pPr>
          </a:lstStyle>
          <a:p xmlns:a="http://schemas.openxmlformats.org/drawingml/2006/main">
            <a:pPr algn="l">
              <a:defRPr sz="563" b="0" i="0">
                <a:solidFill>
                  <a:srgbClr val="6C6A64"/>
                </a:solidFill>
                <a:latin typeface="Arial"/>
                <a:ea typeface="Arial"/>
                <a:cs typeface="Arial"/>
              </a:defRPr>
            </a:pPr>
            <a:r>
              <a:rPr sz="563" b="0" i="0">
                <a:solidFill>
                  <a:srgbClr val="6C6A64"/>
                </a:solidFill>
                <a:latin typeface="Arial"/>
                <a:ea typeface="Arial"/>
                <a:cs typeface="Arial"/>
              </a:rPr>
              <a:t>1:1 crop</a:t>
            </a:r>
          </a:p>
        </p:txBody>
      </p:sp>
      <p:sp>
        <p:nvSpPr>
          <p:cNvPr id="17" name="">
            <a:extLst xmlns:a="http://schemas.openxmlformats.org/drawingml/2006/main">
              <a:ext uri="{FF2B5EF4-FFF2-40B4-BE49-F238E27FC236}">
                <a16:creationId xmlns:a16="http://schemas.microsoft.com/office/drawing/2014/main" id="{A098E755-2C1E-4277-8382-04B8390B65CB}"/>
              </a:ext>
            </a:extLst>
          </p:cNvPr>
          <p:cNvSpPr>
            <a:spLocks xmlns:a="http://schemas.openxmlformats.org/drawingml/2006/main" noGrp="1"/>
          </p:cNvSpPr>
          <p:nvPr/>
        </p:nvSpPr>
        <p:spPr>
          <a:xfrm xmlns:a="http://schemas.openxmlformats.org/drawingml/2006/main">
            <a:off x="8972550" y="2705100"/>
            <a:ext cx="11811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990" b="0" i="0">
                <a:solidFill>
                  <a:srgbClr val="171715"/>
                </a:solidFill>
                <a:latin typeface="Georgia"/>
                <a:ea typeface="Georgia"/>
                <a:cs typeface="Georgia"/>
              </a:defRPr>
            </a:defPPr>
            <a:lvl1pPr algn="l">
              <a:defRPr sz="990" b="0" i="0">
                <a:solidFill>
                  <a:srgbClr val="171715"/>
                </a:solidFill>
                <a:latin typeface="Georgia"/>
                <a:ea typeface="Georgia"/>
                <a:cs typeface="Georgia"/>
              </a:defRPr>
            </a:lvl1pPr>
            <a:lvl2pPr algn="l">
              <a:defRPr sz="990" b="0" i="0">
                <a:solidFill>
                  <a:srgbClr val="171715"/>
                </a:solidFill>
                <a:latin typeface="Georgia"/>
                <a:ea typeface="Georgia"/>
                <a:cs typeface="Georgia"/>
              </a:defRPr>
            </a:lvl2pPr>
            <a:lvl3pPr algn="l">
              <a:defRPr sz="990" b="0" i="0">
                <a:solidFill>
                  <a:srgbClr val="171715"/>
                </a:solidFill>
                <a:latin typeface="Georgia"/>
                <a:ea typeface="Georgia"/>
                <a:cs typeface="Georgia"/>
              </a:defRPr>
            </a:lvl3pPr>
            <a:lvl4pPr algn="l">
              <a:defRPr sz="990" b="0" i="0">
                <a:solidFill>
                  <a:srgbClr val="171715"/>
                </a:solidFill>
                <a:latin typeface="Georgia"/>
                <a:ea typeface="Georgia"/>
                <a:cs typeface="Georgia"/>
              </a:defRPr>
            </a:lvl4pPr>
            <a:lvl5pPr algn="l">
              <a:defRPr sz="990" b="0" i="0">
                <a:solidFill>
                  <a:srgbClr val="171715"/>
                </a:solidFill>
                <a:latin typeface="Georgia"/>
                <a:ea typeface="Georgia"/>
                <a:cs typeface="Georgia"/>
              </a:defRPr>
            </a:lvl5pPr>
            <a:lvl6pPr algn="l">
              <a:defRPr sz="990" b="0" i="0">
                <a:solidFill>
                  <a:srgbClr val="171715"/>
                </a:solidFill>
                <a:latin typeface="Georgia"/>
                <a:ea typeface="Georgia"/>
                <a:cs typeface="Georgia"/>
              </a:defRPr>
            </a:lvl6pPr>
            <a:lvl7pPr algn="l">
              <a:defRPr sz="990" b="0" i="0">
                <a:solidFill>
                  <a:srgbClr val="171715"/>
                </a:solidFill>
                <a:latin typeface="Georgia"/>
                <a:ea typeface="Georgia"/>
                <a:cs typeface="Georgia"/>
              </a:defRPr>
            </a:lvl7pPr>
            <a:lvl8pPr algn="l">
              <a:defRPr sz="990" b="0" i="0">
                <a:solidFill>
                  <a:srgbClr val="171715"/>
                </a:solidFill>
                <a:latin typeface="Georgia"/>
                <a:ea typeface="Georgia"/>
                <a:cs typeface="Georgia"/>
              </a:defRPr>
            </a:lvl8pPr>
            <a:lvl9pPr algn="l">
              <a:defRPr sz="990" b="0" i="0">
                <a:solidFill>
                  <a:srgbClr val="171715"/>
                </a:solidFill>
                <a:latin typeface="Georgia"/>
                <a:ea typeface="Georgia"/>
                <a:cs typeface="Georgia"/>
              </a:defRPr>
            </a:lvl9pPr>
          </a:lstStyle>
          <a:p xmlns:a="http://schemas.openxmlformats.org/drawingml/2006/main">
            <a:pPr algn="l">
              <a:defRPr sz="990" b="0" i="0">
                <a:solidFill>
                  <a:srgbClr val="171715"/>
                </a:solidFill>
                <a:latin typeface="Georgia"/>
                <a:ea typeface="Georgia"/>
                <a:cs typeface="Georgia"/>
              </a:defRPr>
            </a:pPr>
            <a:r>
              <a:rPr sz="990" b="0" i="0">
                <a:solidFill>
                  <a:srgbClr val="171715"/>
                </a:solidFill>
                <a:latin typeface="Georgia"/>
                <a:ea typeface="Georgia"/>
                <a:cs typeface="Georgia"/>
              </a:rPr>
              <a:t>Unmatched Connections</a:t>
            </a:r>
          </a:p>
        </p:txBody>
      </p:sp>
      <p:sp>
        <p:nvSpPr>
          <p:cNvPr id="18" name="">
            <a:extLst xmlns:a="http://schemas.openxmlformats.org/drawingml/2006/main">
              <a:ext uri="{FF2B5EF4-FFF2-40B4-BE49-F238E27FC236}">
                <a16:creationId xmlns:a16="http://schemas.microsoft.com/office/drawing/2014/main" id="{76FAA867-746D-4D01-909D-2319A8BEC4BA}"/>
              </a:ext>
            </a:extLst>
          </p:cNvPr>
          <p:cNvSpPr>
            <a:spLocks xmlns:a="http://schemas.openxmlformats.org/drawingml/2006/main" noGrp="1"/>
          </p:cNvSpPr>
          <p:nvPr/>
        </p:nvSpPr>
        <p:spPr>
          <a:xfrm xmlns:a="http://schemas.openxmlformats.org/drawingml/2006/main">
            <a:off x="8972550" y="3067050"/>
            <a:ext cx="11811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713" b="0" i="0">
                <a:solidFill>
                  <a:srgbClr val="6C6A64"/>
                </a:solidFill>
                <a:latin typeface="Arial"/>
                <a:ea typeface="Arial"/>
                <a:cs typeface="Arial"/>
              </a:defRPr>
            </a:defPPr>
            <a:lvl1pPr algn="l">
              <a:defRPr sz="713" b="0" i="0">
                <a:solidFill>
                  <a:srgbClr val="6C6A64"/>
                </a:solidFill>
                <a:latin typeface="Arial"/>
                <a:ea typeface="Arial"/>
                <a:cs typeface="Arial"/>
              </a:defRPr>
            </a:lvl1pPr>
            <a:lvl2pPr algn="l">
              <a:defRPr sz="713" b="0" i="0">
                <a:solidFill>
                  <a:srgbClr val="6C6A64"/>
                </a:solidFill>
                <a:latin typeface="Arial"/>
                <a:ea typeface="Arial"/>
                <a:cs typeface="Arial"/>
              </a:defRPr>
            </a:lvl2pPr>
            <a:lvl3pPr algn="l">
              <a:defRPr sz="713" b="0" i="0">
                <a:solidFill>
                  <a:srgbClr val="6C6A64"/>
                </a:solidFill>
                <a:latin typeface="Arial"/>
                <a:ea typeface="Arial"/>
                <a:cs typeface="Arial"/>
              </a:defRPr>
            </a:lvl3pPr>
            <a:lvl4pPr algn="l">
              <a:defRPr sz="713" b="0" i="0">
                <a:solidFill>
                  <a:srgbClr val="6C6A64"/>
                </a:solidFill>
                <a:latin typeface="Arial"/>
                <a:ea typeface="Arial"/>
                <a:cs typeface="Arial"/>
              </a:defRPr>
            </a:lvl4pPr>
            <a:lvl5pPr algn="l">
              <a:defRPr sz="713" b="0" i="0">
                <a:solidFill>
                  <a:srgbClr val="6C6A64"/>
                </a:solidFill>
                <a:latin typeface="Arial"/>
                <a:ea typeface="Arial"/>
                <a:cs typeface="Arial"/>
              </a:defRPr>
            </a:lvl5pPr>
            <a:lvl6pPr algn="l">
              <a:defRPr sz="713" b="0" i="0">
                <a:solidFill>
                  <a:srgbClr val="6C6A64"/>
                </a:solidFill>
                <a:latin typeface="Arial"/>
                <a:ea typeface="Arial"/>
                <a:cs typeface="Arial"/>
              </a:defRPr>
            </a:lvl6pPr>
            <a:lvl7pPr algn="l">
              <a:defRPr sz="713" b="0" i="0">
                <a:solidFill>
                  <a:srgbClr val="6C6A64"/>
                </a:solidFill>
                <a:latin typeface="Arial"/>
                <a:ea typeface="Arial"/>
                <a:cs typeface="Arial"/>
              </a:defRPr>
            </a:lvl7pPr>
            <a:lvl8pPr algn="l">
              <a:defRPr sz="713" b="0" i="0">
                <a:solidFill>
                  <a:srgbClr val="6C6A64"/>
                </a:solidFill>
                <a:latin typeface="Arial"/>
                <a:ea typeface="Arial"/>
                <a:cs typeface="Arial"/>
              </a:defRPr>
            </a:lvl8pPr>
            <a:lvl9pPr algn="l">
              <a:defRPr sz="713" b="0" i="0">
                <a:solidFill>
                  <a:srgbClr val="6C6A64"/>
                </a:solidFill>
                <a:latin typeface="Arial"/>
                <a:ea typeface="Arial"/>
                <a:cs typeface="Arial"/>
              </a:defRPr>
            </a:lvl9pPr>
          </a:lstStyle>
          <a:p xmlns:a="http://schemas.openxmlformats.org/drawingml/2006/main">
            <a:pPr algn="l">
              <a:defRPr sz="713" b="0" i="0">
                <a:solidFill>
                  <a:srgbClr val="6C6A64"/>
                </a:solidFill>
                <a:latin typeface="Arial"/>
                <a:ea typeface="Arial"/>
                <a:cs typeface="Arial"/>
              </a:defRPr>
            </a:pPr>
            <a:r>
              <a:rPr sz="713" b="0" i="0">
                <a:solidFill>
                  <a:srgbClr val="6C6A64"/>
                </a:solidFill>
                <a:latin typeface="Arial"/>
                <a:ea typeface="Arial"/>
                <a:cs typeface="Arial"/>
              </a:rPr>
              <a:t>Constant connectivity does not guarantee understanding.</a:t>
            </a:r>
          </a:p>
        </p:txBody>
      </p:sp>
      <p:sp>
        <p:nvSpPr>
          <p:cNvPr id="19" name="">
            <a:extLst xmlns:a="http://schemas.openxmlformats.org/drawingml/2006/main">
              <a:ext uri="{FF2B5EF4-FFF2-40B4-BE49-F238E27FC236}">
                <a16:creationId xmlns:a16="http://schemas.microsoft.com/office/drawing/2014/main" id="{F2A65F33-51E1-4BC4-A0F2-67AB4962A140}"/>
              </a:ext>
            </a:extLst>
          </p:cNvPr>
          <p:cNvSpPr>
            <a:spLocks xmlns:a="http://schemas.openxmlformats.org/drawingml/2006/main" noGrp="1"/>
          </p:cNvSpPr>
          <p:nvPr/>
        </p:nvSpPr>
        <p:spPr>
          <a:xfrm xmlns:a="http://schemas.openxmlformats.org/drawingml/2006/main">
            <a:off x="7658100" y="3924300"/>
            <a:ext cx="1181100" cy="1181100"/>
          </a:xfrm>
          <a:prstGeom xmlns:a="http://schemas.openxmlformats.org/drawingml/2006/main" prst="rect">
            <a:avLst/>
          </a:prstGeom>
          <a:solidFill xmlns:a="http://schemas.openxmlformats.org/drawingml/2006/main">
            <a:srgbClr val="E8E6E0"/>
          </a:solidFill>
          <a:ln xmlns:a="http://schemas.openxmlformats.org/drawingml/2006/main" w="9525">
            <a:solidFill>
              <a:srgbClr val="B9B6AE"/>
            </a:solidFill>
            <a:prstDash val="solid"/>
          </a:ln>
        </p:spPr>
      </p:sp>
      <p:sp>
        <p:nvSpPr>
          <p:cNvPr id="20" name="">
            <a:extLst xmlns:a="http://schemas.openxmlformats.org/drawingml/2006/main">
              <a:ext uri="{FF2B5EF4-FFF2-40B4-BE49-F238E27FC236}">
                <a16:creationId xmlns:a16="http://schemas.microsoft.com/office/drawing/2014/main" id="{8F97D1AB-CC48-4F8C-B09D-F63CBC2C663C}"/>
              </a:ext>
            </a:extLst>
          </p:cNvPr>
          <p:cNvSpPr>
            <a:spLocks xmlns:a="http://schemas.openxmlformats.org/drawingml/2006/main" noGrp="1"/>
          </p:cNvSpPr>
          <p:nvPr/>
        </p:nvSpPr>
        <p:spPr>
          <a:xfrm xmlns:a="http://schemas.openxmlformats.org/drawingml/2006/main">
            <a:off x="7791450" y="405765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525" b="1" i="0">
                <a:solidFill>
                  <a:srgbClr val="557A76"/>
                </a:solidFill>
                <a:latin typeface="Arial"/>
                <a:ea typeface="Arial"/>
                <a:cs typeface="Arial"/>
              </a:defRPr>
            </a:defPPr>
            <a:lvl1pPr algn="l">
              <a:defRPr sz="525" b="1" i="0">
                <a:solidFill>
                  <a:srgbClr val="557A76"/>
                </a:solidFill>
                <a:latin typeface="Arial"/>
                <a:ea typeface="Arial"/>
                <a:cs typeface="Arial"/>
              </a:defRPr>
            </a:lvl1pPr>
            <a:lvl2pPr algn="l">
              <a:defRPr sz="525" b="1" i="0">
                <a:solidFill>
                  <a:srgbClr val="557A76"/>
                </a:solidFill>
                <a:latin typeface="Arial"/>
                <a:ea typeface="Arial"/>
                <a:cs typeface="Arial"/>
              </a:defRPr>
            </a:lvl2pPr>
            <a:lvl3pPr algn="l">
              <a:defRPr sz="525" b="1" i="0">
                <a:solidFill>
                  <a:srgbClr val="557A76"/>
                </a:solidFill>
                <a:latin typeface="Arial"/>
                <a:ea typeface="Arial"/>
                <a:cs typeface="Arial"/>
              </a:defRPr>
            </a:lvl3pPr>
            <a:lvl4pPr algn="l">
              <a:defRPr sz="525" b="1" i="0">
                <a:solidFill>
                  <a:srgbClr val="557A76"/>
                </a:solidFill>
                <a:latin typeface="Arial"/>
                <a:ea typeface="Arial"/>
                <a:cs typeface="Arial"/>
              </a:defRPr>
            </a:lvl4pPr>
            <a:lvl5pPr algn="l">
              <a:defRPr sz="525" b="1" i="0">
                <a:solidFill>
                  <a:srgbClr val="557A76"/>
                </a:solidFill>
                <a:latin typeface="Arial"/>
                <a:ea typeface="Arial"/>
                <a:cs typeface="Arial"/>
              </a:defRPr>
            </a:lvl5pPr>
            <a:lvl6pPr algn="l">
              <a:defRPr sz="525" b="1" i="0">
                <a:solidFill>
                  <a:srgbClr val="557A76"/>
                </a:solidFill>
                <a:latin typeface="Arial"/>
                <a:ea typeface="Arial"/>
                <a:cs typeface="Arial"/>
              </a:defRPr>
            </a:lvl6pPr>
            <a:lvl7pPr algn="l">
              <a:defRPr sz="525" b="1" i="0">
                <a:solidFill>
                  <a:srgbClr val="557A76"/>
                </a:solidFill>
                <a:latin typeface="Arial"/>
                <a:ea typeface="Arial"/>
                <a:cs typeface="Arial"/>
              </a:defRPr>
            </a:lvl7pPr>
            <a:lvl8pPr algn="l">
              <a:defRPr sz="525" b="1" i="0">
                <a:solidFill>
                  <a:srgbClr val="557A76"/>
                </a:solidFill>
                <a:latin typeface="Arial"/>
                <a:ea typeface="Arial"/>
                <a:cs typeface="Arial"/>
              </a:defRPr>
            </a:lvl8pPr>
            <a:lvl9pPr algn="l">
              <a:defRPr sz="525" b="1" i="0">
                <a:solidFill>
                  <a:srgbClr val="557A76"/>
                </a:solidFill>
                <a:latin typeface="Arial"/>
                <a:ea typeface="Arial"/>
                <a:cs typeface="Arial"/>
              </a:defRPr>
            </a:lvl9pPr>
          </a:lstStyle>
          <a:p xmlns:a="http://schemas.openxmlformats.org/drawingml/2006/main">
            <a:pPr algn="l">
              <a:defRPr sz="525" b="1" i="0">
                <a:solidFill>
                  <a:srgbClr val="557A76"/>
                </a:solidFill>
                <a:latin typeface="Arial"/>
                <a:ea typeface="Arial"/>
                <a:cs typeface="Arial"/>
              </a:defRPr>
            </a:pPr>
            <a:r>
              <a:rPr sz="525" b="1" i="0">
                <a:solidFill>
                  <a:srgbClr val="557A76"/>
                </a:solidFill>
                <a:latin typeface="Arial"/>
                <a:ea typeface="Arial"/>
                <a:cs typeface="Arial"/>
              </a:rPr>
              <a:t>ASSET NEEDED</a:t>
            </a:r>
          </a:p>
        </p:txBody>
      </p:sp>
      <p:sp>
        <p:nvSpPr>
          <p:cNvPr id="21" name="">
            <a:extLst xmlns:a="http://schemas.openxmlformats.org/drawingml/2006/main">
              <a:ext uri="{FF2B5EF4-FFF2-40B4-BE49-F238E27FC236}">
                <a16:creationId xmlns:a16="http://schemas.microsoft.com/office/drawing/2014/main" id="{AA66483A-485D-45E6-807F-0293712441BA}"/>
              </a:ext>
            </a:extLst>
          </p:cNvPr>
          <p:cNvSpPr>
            <a:spLocks xmlns:a="http://schemas.openxmlformats.org/drawingml/2006/main" noGrp="1"/>
          </p:cNvSpPr>
          <p:nvPr/>
        </p:nvSpPr>
        <p:spPr>
          <a:xfrm xmlns:a="http://schemas.openxmlformats.org/drawingml/2006/main">
            <a:off x="7791450" y="4396740"/>
            <a:ext cx="914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660" b="0" i="0">
                <a:solidFill>
                  <a:srgbClr val="171715"/>
                </a:solidFill>
                <a:latin typeface="Arial"/>
                <a:ea typeface="Arial"/>
                <a:cs typeface="Arial"/>
              </a:defRPr>
            </a:defPPr>
            <a:lvl1pPr algn="l">
              <a:defRPr sz="660" b="0" i="0">
                <a:solidFill>
                  <a:srgbClr val="171715"/>
                </a:solidFill>
                <a:latin typeface="Arial"/>
                <a:ea typeface="Arial"/>
                <a:cs typeface="Arial"/>
              </a:defRPr>
            </a:lvl1pPr>
            <a:lvl2pPr algn="l">
              <a:defRPr sz="660" b="0" i="0">
                <a:solidFill>
                  <a:srgbClr val="171715"/>
                </a:solidFill>
                <a:latin typeface="Arial"/>
                <a:ea typeface="Arial"/>
                <a:cs typeface="Arial"/>
              </a:defRPr>
            </a:lvl2pPr>
            <a:lvl3pPr algn="l">
              <a:defRPr sz="660" b="0" i="0">
                <a:solidFill>
                  <a:srgbClr val="171715"/>
                </a:solidFill>
                <a:latin typeface="Arial"/>
                <a:ea typeface="Arial"/>
                <a:cs typeface="Arial"/>
              </a:defRPr>
            </a:lvl3pPr>
            <a:lvl4pPr algn="l">
              <a:defRPr sz="660" b="0" i="0">
                <a:solidFill>
                  <a:srgbClr val="171715"/>
                </a:solidFill>
                <a:latin typeface="Arial"/>
                <a:ea typeface="Arial"/>
                <a:cs typeface="Arial"/>
              </a:defRPr>
            </a:lvl4pPr>
            <a:lvl5pPr algn="l">
              <a:defRPr sz="660" b="0" i="0">
                <a:solidFill>
                  <a:srgbClr val="171715"/>
                </a:solidFill>
                <a:latin typeface="Arial"/>
                <a:ea typeface="Arial"/>
                <a:cs typeface="Arial"/>
              </a:defRPr>
            </a:lvl5pPr>
            <a:lvl6pPr algn="l">
              <a:defRPr sz="660" b="0" i="0">
                <a:solidFill>
                  <a:srgbClr val="171715"/>
                </a:solidFill>
                <a:latin typeface="Arial"/>
                <a:ea typeface="Arial"/>
                <a:cs typeface="Arial"/>
              </a:defRPr>
            </a:lvl6pPr>
            <a:lvl7pPr algn="l">
              <a:defRPr sz="660" b="0" i="0">
                <a:solidFill>
                  <a:srgbClr val="171715"/>
                </a:solidFill>
                <a:latin typeface="Arial"/>
                <a:ea typeface="Arial"/>
                <a:cs typeface="Arial"/>
              </a:defRPr>
            </a:lvl7pPr>
            <a:lvl8pPr algn="l">
              <a:defRPr sz="660" b="0" i="0">
                <a:solidFill>
                  <a:srgbClr val="171715"/>
                </a:solidFill>
                <a:latin typeface="Arial"/>
                <a:ea typeface="Arial"/>
                <a:cs typeface="Arial"/>
              </a:defRPr>
            </a:lvl8pPr>
            <a:lvl9pPr algn="l">
              <a:defRPr sz="660" b="0" i="0">
                <a:solidFill>
                  <a:srgbClr val="171715"/>
                </a:solidFill>
                <a:latin typeface="Arial"/>
                <a:ea typeface="Arial"/>
                <a:cs typeface="Arial"/>
              </a:defRPr>
            </a:lvl9pPr>
          </a:lstStyle>
          <a:p xmlns:a="http://schemas.openxmlformats.org/drawingml/2006/main">
            <a:pPr algn="l">
              <a:defRPr sz="660" b="0" i="0">
                <a:solidFill>
                  <a:srgbClr val="171715"/>
                </a:solidFill>
                <a:latin typeface="Arial"/>
                <a:ea typeface="Arial"/>
                <a:cs typeface="Arial"/>
              </a:defRPr>
            </a:pPr>
            <a:r>
              <a:rPr sz="660" b="0" i="0">
                <a:solidFill>
                  <a:srgbClr val="171715"/>
                </a:solidFill>
                <a:latin typeface="Arial"/>
                <a:ea typeface="Arial"/>
                <a:cs typeface="Arial"/>
              </a:rPr>
              <a:t>detail-fragmented-</a:t>
            </a:r>
          </a:p>
          <a:p xmlns:a="http://schemas.openxmlformats.org/drawingml/2006/main">
            <a:pPr algn="l">
              <a:defRPr sz="660" b="0" i="0">
                <a:solidFill>
                  <a:srgbClr val="171715"/>
                </a:solidFill>
                <a:latin typeface="Arial"/>
                <a:ea typeface="Arial"/>
                <a:cs typeface="Arial"/>
              </a:defRPr>
            </a:pPr>
            <a:r>
              <a:rPr sz="660" b="0" i="0">
                <a:solidFill>
                  <a:srgbClr val="171715"/>
                </a:solidFill>
                <a:latin typeface="Arial"/>
                <a:ea typeface="Arial"/>
                <a:cs typeface="Arial"/>
              </a:rPr>
              <a:t>feeds</a:t>
            </a:r>
          </a:p>
        </p:txBody>
      </p:sp>
      <p:sp>
        <p:nvSpPr>
          <p:cNvPr id="22" name="">
            <a:extLst xmlns:a="http://schemas.openxmlformats.org/drawingml/2006/main">
              <a:ext uri="{FF2B5EF4-FFF2-40B4-BE49-F238E27FC236}">
                <a16:creationId xmlns:a16="http://schemas.microsoft.com/office/drawing/2014/main" id="{592318A8-1164-4460-A0BA-067F236C8EE5}"/>
              </a:ext>
            </a:extLst>
          </p:cNvPr>
          <p:cNvSpPr>
            <a:spLocks xmlns:a="http://schemas.openxmlformats.org/drawingml/2006/main" noGrp="1"/>
          </p:cNvSpPr>
          <p:nvPr/>
        </p:nvSpPr>
        <p:spPr>
          <a:xfrm xmlns:a="http://schemas.openxmlformats.org/drawingml/2006/main">
            <a:off x="7791450" y="4743450"/>
            <a:ext cx="914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563" b="0" i="0">
                <a:solidFill>
                  <a:srgbClr val="6C6A64"/>
                </a:solidFill>
                <a:latin typeface="Arial"/>
                <a:ea typeface="Arial"/>
                <a:cs typeface="Arial"/>
              </a:defRPr>
            </a:defPPr>
            <a:lvl1pPr algn="l">
              <a:defRPr sz="563" b="0" i="0">
                <a:solidFill>
                  <a:srgbClr val="6C6A64"/>
                </a:solidFill>
                <a:latin typeface="Arial"/>
                <a:ea typeface="Arial"/>
                <a:cs typeface="Arial"/>
              </a:defRPr>
            </a:lvl1pPr>
            <a:lvl2pPr algn="l">
              <a:defRPr sz="563" b="0" i="0">
                <a:solidFill>
                  <a:srgbClr val="6C6A64"/>
                </a:solidFill>
                <a:latin typeface="Arial"/>
                <a:ea typeface="Arial"/>
                <a:cs typeface="Arial"/>
              </a:defRPr>
            </a:lvl2pPr>
            <a:lvl3pPr algn="l">
              <a:defRPr sz="563" b="0" i="0">
                <a:solidFill>
                  <a:srgbClr val="6C6A64"/>
                </a:solidFill>
                <a:latin typeface="Arial"/>
                <a:ea typeface="Arial"/>
                <a:cs typeface="Arial"/>
              </a:defRPr>
            </a:lvl3pPr>
            <a:lvl4pPr algn="l">
              <a:defRPr sz="563" b="0" i="0">
                <a:solidFill>
                  <a:srgbClr val="6C6A64"/>
                </a:solidFill>
                <a:latin typeface="Arial"/>
                <a:ea typeface="Arial"/>
                <a:cs typeface="Arial"/>
              </a:defRPr>
            </a:lvl4pPr>
            <a:lvl5pPr algn="l">
              <a:defRPr sz="563" b="0" i="0">
                <a:solidFill>
                  <a:srgbClr val="6C6A64"/>
                </a:solidFill>
                <a:latin typeface="Arial"/>
                <a:ea typeface="Arial"/>
                <a:cs typeface="Arial"/>
              </a:defRPr>
            </a:lvl5pPr>
            <a:lvl6pPr algn="l">
              <a:defRPr sz="563" b="0" i="0">
                <a:solidFill>
                  <a:srgbClr val="6C6A64"/>
                </a:solidFill>
                <a:latin typeface="Arial"/>
                <a:ea typeface="Arial"/>
                <a:cs typeface="Arial"/>
              </a:defRPr>
            </a:lvl6pPr>
            <a:lvl7pPr algn="l">
              <a:defRPr sz="563" b="0" i="0">
                <a:solidFill>
                  <a:srgbClr val="6C6A64"/>
                </a:solidFill>
                <a:latin typeface="Arial"/>
                <a:ea typeface="Arial"/>
                <a:cs typeface="Arial"/>
              </a:defRPr>
            </a:lvl7pPr>
            <a:lvl8pPr algn="l">
              <a:defRPr sz="563" b="0" i="0">
                <a:solidFill>
                  <a:srgbClr val="6C6A64"/>
                </a:solidFill>
                <a:latin typeface="Arial"/>
                <a:ea typeface="Arial"/>
                <a:cs typeface="Arial"/>
              </a:defRPr>
            </a:lvl8pPr>
            <a:lvl9pPr algn="l">
              <a:defRPr sz="563" b="0" i="0">
                <a:solidFill>
                  <a:srgbClr val="6C6A64"/>
                </a:solidFill>
                <a:latin typeface="Arial"/>
                <a:ea typeface="Arial"/>
                <a:cs typeface="Arial"/>
              </a:defRPr>
            </a:lvl9pPr>
          </a:lstStyle>
          <a:p xmlns:a="http://schemas.openxmlformats.org/drawingml/2006/main">
            <a:pPr algn="l">
              <a:defRPr sz="563" b="0" i="0">
                <a:solidFill>
                  <a:srgbClr val="6C6A64"/>
                </a:solidFill>
                <a:latin typeface="Arial"/>
                <a:ea typeface="Arial"/>
                <a:cs typeface="Arial"/>
              </a:defRPr>
            </a:pPr>
            <a:r>
              <a:rPr sz="563" b="0" i="0">
                <a:solidFill>
                  <a:srgbClr val="6C6A64"/>
                </a:solidFill>
                <a:latin typeface="Arial"/>
                <a:ea typeface="Arial"/>
                <a:cs typeface="Arial"/>
              </a:rPr>
              <a:t>1:1 crop</a:t>
            </a:r>
          </a:p>
        </p:txBody>
      </p:sp>
      <p:sp>
        <p:nvSpPr>
          <p:cNvPr id="23" name="">
            <a:extLst xmlns:a="http://schemas.openxmlformats.org/drawingml/2006/main">
              <a:ext uri="{FF2B5EF4-FFF2-40B4-BE49-F238E27FC236}">
                <a16:creationId xmlns:a16="http://schemas.microsoft.com/office/drawing/2014/main" id="{EA61C418-6D82-49C1-A4C7-8B7056EEA266}"/>
              </a:ext>
            </a:extLst>
          </p:cNvPr>
          <p:cNvSpPr>
            <a:spLocks xmlns:a="http://schemas.openxmlformats.org/drawingml/2006/main" noGrp="1"/>
          </p:cNvSpPr>
          <p:nvPr/>
        </p:nvSpPr>
        <p:spPr>
          <a:xfrm xmlns:a="http://schemas.openxmlformats.org/drawingml/2006/main">
            <a:off x="7658100" y="5238750"/>
            <a:ext cx="11811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990" b="0" i="0">
                <a:solidFill>
                  <a:srgbClr val="171715"/>
                </a:solidFill>
                <a:latin typeface="Georgia"/>
                <a:ea typeface="Georgia"/>
                <a:cs typeface="Georgia"/>
              </a:defRPr>
            </a:defPPr>
            <a:lvl1pPr algn="l">
              <a:defRPr sz="990" b="0" i="0">
                <a:solidFill>
                  <a:srgbClr val="171715"/>
                </a:solidFill>
                <a:latin typeface="Georgia"/>
                <a:ea typeface="Georgia"/>
                <a:cs typeface="Georgia"/>
              </a:defRPr>
            </a:lvl1pPr>
            <a:lvl2pPr algn="l">
              <a:defRPr sz="990" b="0" i="0">
                <a:solidFill>
                  <a:srgbClr val="171715"/>
                </a:solidFill>
                <a:latin typeface="Georgia"/>
                <a:ea typeface="Georgia"/>
                <a:cs typeface="Georgia"/>
              </a:defRPr>
            </a:lvl2pPr>
            <a:lvl3pPr algn="l">
              <a:defRPr sz="990" b="0" i="0">
                <a:solidFill>
                  <a:srgbClr val="171715"/>
                </a:solidFill>
                <a:latin typeface="Georgia"/>
                <a:ea typeface="Georgia"/>
                <a:cs typeface="Georgia"/>
              </a:defRPr>
            </a:lvl3pPr>
            <a:lvl4pPr algn="l">
              <a:defRPr sz="990" b="0" i="0">
                <a:solidFill>
                  <a:srgbClr val="171715"/>
                </a:solidFill>
                <a:latin typeface="Georgia"/>
                <a:ea typeface="Georgia"/>
                <a:cs typeface="Georgia"/>
              </a:defRPr>
            </a:lvl4pPr>
            <a:lvl5pPr algn="l">
              <a:defRPr sz="990" b="0" i="0">
                <a:solidFill>
                  <a:srgbClr val="171715"/>
                </a:solidFill>
                <a:latin typeface="Georgia"/>
                <a:ea typeface="Georgia"/>
                <a:cs typeface="Georgia"/>
              </a:defRPr>
            </a:lvl5pPr>
            <a:lvl6pPr algn="l">
              <a:defRPr sz="990" b="0" i="0">
                <a:solidFill>
                  <a:srgbClr val="171715"/>
                </a:solidFill>
                <a:latin typeface="Georgia"/>
                <a:ea typeface="Georgia"/>
                <a:cs typeface="Georgia"/>
              </a:defRPr>
            </a:lvl6pPr>
            <a:lvl7pPr algn="l">
              <a:defRPr sz="990" b="0" i="0">
                <a:solidFill>
                  <a:srgbClr val="171715"/>
                </a:solidFill>
                <a:latin typeface="Georgia"/>
                <a:ea typeface="Georgia"/>
                <a:cs typeface="Georgia"/>
              </a:defRPr>
            </a:lvl7pPr>
            <a:lvl8pPr algn="l">
              <a:defRPr sz="990" b="0" i="0">
                <a:solidFill>
                  <a:srgbClr val="171715"/>
                </a:solidFill>
                <a:latin typeface="Georgia"/>
                <a:ea typeface="Georgia"/>
                <a:cs typeface="Georgia"/>
              </a:defRPr>
            </a:lvl8pPr>
            <a:lvl9pPr algn="l">
              <a:defRPr sz="990" b="0" i="0">
                <a:solidFill>
                  <a:srgbClr val="171715"/>
                </a:solidFill>
                <a:latin typeface="Georgia"/>
                <a:ea typeface="Georgia"/>
                <a:cs typeface="Georgia"/>
              </a:defRPr>
            </a:lvl9pPr>
          </a:lstStyle>
          <a:p xmlns:a="http://schemas.openxmlformats.org/drawingml/2006/main">
            <a:pPr algn="l">
              <a:defRPr sz="990" b="0" i="0">
                <a:solidFill>
                  <a:srgbClr val="171715"/>
                </a:solidFill>
                <a:latin typeface="Georgia"/>
                <a:ea typeface="Georgia"/>
                <a:cs typeface="Georgia"/>
              </a:defRPr>
            </a:pPr>
            <a:r>
              <a:rPr sz="990" b="0" i="0">
                <a:solidFill>
                  <a:srgbClr val="171715"/>
                </a:solidFill>
                <a:latin typeface="Georgia"/>
                <a:ea typeface="Georgia"/>
                <a:cs typeface="Georgia"/>
              </a:rPr>
              <a:t>Fragmented Feeds</a:t>
            </a:r>
          </a:p>
        </p:txBody>
      </p:sp>
      <p:sp>
        <p:nvSpPr>
          <p:cNvPr id="24" name="">
            <a:extLst xmlns:a="http://schemas.openxmlformats.org/drawingml/2006/main">
              <a:ext uri="{FF2B5EF4-FFF2-40B4-BE49-F238E27FC236}">
                <a16:creationId xmlns:a16="http://schemas.microsoft.com/office/drawing/2014/main" id="{DBB094BE-304F-4009-9E95-BDC124370800}"/>
              </a:ext>
            </a:extLst>
          </p:cNvPr>
          <p:cNvSpPr>
            <a:spLocks xmlns:a="http://schemas.openxmlformats.org/drawingml/2006/main" noGrp="1"/>
          </p:cNvSpPr>
          <p:nvPr/>
        </p:nvSpPr>
        <p:spPr>
          <a:xfrm xmlns:a="http://schemas.openxmlformats.org/drawingml/2006/main">
            <a:off x="7658100" y="5600700"/>
            <a:ext cx="11811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713" b="0" i="0">
                <a:solidFill>
                  <a:srgbClr val="6C6A64"/>
                </a:solidFill>
                <a:latin typeface="Arial"/>
                <a:ea typeface="Arial"/>
                <a:cs typeface="Arial"/>
              </a:defRPr>
            </a:defPPr>
            <a:lvl1pPr algn="l">
              <a:defRPr sz="713" b="0" i="0">
                <a:solidFill>
                  <a:srgbClr val="6C6A64"/>
                </a:solidFill>
                <a:latin typeface="Arial"/>
                <a:ea typeface="Arial"/>
                <a:cs typeface="Arial"/>
              </a:defRPr>
            </a:lvl1pPr>
            <a:lvl2pPr algn="l">
              <a:defRPr sz="713" b="0" i="0">
                <a:solidFill>
                  <a:srgbClr val="6C6A64"/>
                </a:solidFill>
                <a:latin typeface="Arial"/>
                <a:ea typeface="Arial"/>
                <a:cs typeface="Arial"/>
              </a:defRPr>
            </a:lvl2pPr>
            <a:lvl3pPr algn="l">
              <a:defRPr sz="713" b="0" i="0">
                <a:solidFill>
                  <a:srgbClr val="6C6A64"/>
                </a:solidFill>
                <a:latin typeface="Arial"/>
                <a:ea typeface="Arial"/>
                <a:cs typeface="Arial"/>
              </a:defRPr>
            </a:lvl3pPr>
            <a:lvl4pPr algn="l">
              <a:defRPr sz="713" b="0" i="0">
                <a:solidFill>
                  <a:srgbClr val="6C6A64"/>
                </a:solidFill>
                <a:latin typeface="Arial"/>
                <a:ea typeface="Arial"/>
                <a:cs typeface="Arial"/>
              </a:defRPr>
            </a:lvl4pPr>
            <a:lvl5pPr algn="l">
              <a:defRPr sz="713" b="0" i="0">
                <a:solidFill>
                  <a:srgbClr val="6C6A64"/>
                </a:solidFill>
                <a:latin typeface="Arial"/>
                <a:ea typeface="Arial"/>
                <a:cs typeface="Arial"/>
              </a:defRPr>
            </a:lvl5pPr>
            <a:lvl6pPr algn="l">
              <a:defRPr sz="713" b="0" i="0">
                <a:solidFill>
                  <a:srgbClr val="6C6A64"/>
                </a:solidFill>
                <a:latin typeface="Arial"/>
                <a:ea typeface="Arial"/>
                <a:cs typeface="Arial"/>
              </a:defRPr>
            </a:lvl6pPr>
            <a:lvl7pPr algn="l">
              <a:defRPr sz="713" b="0" i="0">
                <a:solidFill>
                  <a:srgbClr val="6C6A64"/>
                </a:solidFill>
                <a:latin typeface="Arial"/>
                <a:ea typeface="Arial"/>
                <a:cs typeface="Arial"/>
              </a:defRPr>
            </a:lvl7pPr>
            <a:lvl8pPr algn="l">
              <a:defRPr sz="713" b="0" i="0">
                <a:solidFill>
                  <a:srgbClr val="6C6A64"/>
                </a:solidFill>
                <a:latin typeface="Arial"/>
                <a:ea typeface="Arial"/>
                <a:cs typeface="Arial"/>
              </a:defRPr>
            </a:lvl8pPr>
            <a:lvl9pPr algn="l">
              <a:defRPr sz="713" b="0" i="0">
                <a:solidFill>
                  <a:srgbClr val="6C6A64"/>
                </a:solidFill>
                <a:latin typeface="Arial"/>
                <a:ea typeface="Arial"/>
                <a:cs typeface="Arial"/>
              </a:defRPr>
            </a:lvl9pPr>
          </a:lstStyle>
          <a:p xmlns:a="http://schemas.openxmlformats.org/drawingml/2006/main">
            <a:pPr algn="l">
              <a:defRPr sz="713" b="0" i="0">
                <a:solidFill>
                  <a:srgbClr val="6C6A64"/>
                </a:solidFill>
                <a:latin typeface="Arial"/>
                <a:ea typeface="Arial"/>
                <a:cs typeface="Arial"/>
              </a:defRPr>
            </a:pPr>
            <a:r>
              <a:rPr sz="713" b="0" i="0">
                <a:solidFill>
                  <a:srgbClr val="6C6A64"/>
                </a:solidFill>
                <a:latin typeface="Arial"/>
                <a:ea typeface="Arial"/>
                <a:cs typeface="Arial"/>
              </a:rPr>
              <a:t>Contradictory information accumulates faster than it can be processed.</a:t>
            </a:r>
          </a:p>
        </p:txBody>
      </p:sp>
      <p:sp>
        <p:nvSpPr>
          <p:cNvPr id="25" name="">
            <a:extLst xmlns:a="http://schemas.openxmlformats.org/drawingml/2006/main">
              <a:ext uri="{FF2B5EF4-FFF2-40B4-BE49-F238E27FC236}">
                <a16:creationId xmlns:a16="http://schemas.microsoft.com/office/drawing/2014/main" id="{A47B4FBD-E97C-4EF7-8A9B-67815B0C0268}"/>
              </a:ext>
            </a:extLst>
          </p:cNvPr>
          <p:cNvSpPr>
            <a:spLocks xmlns:a="http://schemas.openxmlformats.org/drawingml/2006/main" noGrp="1"/>
          </p:cNvSpPr>
          <p:nvPr/>
        </p:nvSpPr>
        <p:spPr>
          <a:xfrm xmlns:a="http://schemas.openxmlformats.org/drawingml/2006/main">
            <a:off x="8972550" y="3924300"/>
            <a:ext cx="1181100" cy="1181100"/>
          </a:xfrm>
          <a:prstGeom xmlns:a="http://schemas.openxmlformats.org/drawingml/2006/main" prst="rect">
            <a:avLst/>
          </a:prstGeom>
          <a:solidFill xmlns:a="http://schemas.openxmlformats.org/drawingml/2006/main">
            <a:srgbClr val="E8E6E0"/>
          </a:solidFill>
          <a:ln xmlns:a="http://schemas.openxmlformats.org/drawingml/2006/main" w="9525">
            <a:solidFill>
              <a:srgbClr val="B9B6AE"/>
            </a:solidFill>
            <a:prstDash val="solid"/>
          </a:ln>
        </p:spPr>
      </p:sp>
      <p:sp>
        <p:nvSpPr>
          <p:cNvPr id="26" name="">
            <a:extLst xmlns:a="http://schemas.openxmlformats.org/drawingml/2006/main">
              <a:ext uri="{FF2B5EF4-FFF2-40B4-BE49-F238E27FC236}">
                <a16:creationId xmlns:a16="http://schemas.microsoft.com/office/drawing/2014/main" id="{CE41D102-307E-45BC-938A-10E00FE02F11}"/>
              </a:ext>
            </a:extLst>
          </p:cNvPr>
          <p:cNvSpPr>
            <a:spLocks xmlns:a="http://schemas.openxmlformats.org/drawingml/2006/main" noGrp="1"/>
          </p:cNvSpPr>
          <p:nvPr/>
        </p:nvSpPr>
        <p:spPr>
          <a:xfrm xmlns:a="http://schemas.openxmlformats.org/drawingml/2006/main">
            <a:off x="9105900" y="405765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525" b="1" i="0">
                <a:solidFill>
                  <a:srgbClr val="557A76"/>
                </a:solidFill>
                <a:latin typeface="Arial"/>
                <a:ea typeface="Arial"/>
                <a:cs typeface="Arial"/>
              </a:defRPr>
            </a:defPPr>
            <a:lvl1pPr algn="l">
              <a:defRPr sz="525" b="1" i="0">
                <a:solidFill>
                  <a:srgbClr val="557A76"/>
                </a:solidFill>
                <a:latin typeface="Arial"/>
                <a:ea typeface="Arial"/>
                <a:cs typeface="Arial"/>
              </a:defRPr>
            </a:lvl1pPr>
            <a:lvl2pPr algn="l">
              <a:defRPr sz="525" b="1" i="0">
                <a:solidFill>
                  <a:srgbClr val="557A76"/>
                </a:solidFill>
                <a:latin typeface="Arial"/>
                <a:ea typeface="Arial"/>
                <a:cs typeface="Arial"/>
              </a:defRPr>
            </a:lvl2pPr>
            <a:lvl3pPr algn="l">
              <a:defRPr sz="525" b="1" i="0">
                <a:solidFill>
                  <a:srgbClr val="557A76"/>
                </a:solidFill>
                <a:latin typeface="Arial"/>
                <a:ea typeface="Arial"/>
                <a:cs typeface="Arial"/>
              </a:defRPr>
            </a:lvl3pPr>
            <a:lvl4pPr algn="l">
              <a:defRPr sz="525" b="1" i="0">
                <a:solidFill>
                  <a:srgbClr val="557A76"/>
                </a:solidFill>
                <a:latin typeface="Arial"/>
                <a:ea typeface="Arial"/>
                <a:cs typeface="Arial"/>
              </a:defRPr>
            </a:lvl4pPr>
            <a:lvl5pPr algn="l">
              <a:defRPr sz="525" b="1" i="0">
                <a:solidFill>
                  <a:srgbClr val="557A76"/>
                </a:solidFill>
                <a:latin typeface="Arial"/>
                <a:ea typeface="Arial"/>
                <a:cs typeface="Arial"/>
              </a:defRPr>
            </a:lvl5pPr>
            <a:lvl6pPr algn="l">
              <a:defRPr sz="525" b="1" i="0">
                <a:solidFill>
                  <a:srgbClr val="557A76"/>
                </a:solidFill>
                <a:latin typeface="Arial"/>
                <a:ea typeface="Arial"/>
                <a:cs typeface="Arial"/>
              </a:defRPr>
            </a:lvl6pPr>
            <a:lvl7pPr algn="l">
              <a:defRPr sz="525" b="1" i="0">
                <a:solidFill>
                  <a:srgbClr val="557A76"/>
                </a:solidFill>
                <a:latin typeface="Arial"/>
                <a:ea typeface="Arial"/>
                <a:cs typeface="Arial"/>
              </a:defRPr>
            </a:lvl7pPr>
            <a:lvl8pPr algn="l">
              <a:defRPr sz="525" b="1" i="0">
                <a:solidFill>
                  <a:srgbClr val="557A76"/>
                </a:solidFill>
                <a:latin typeface="Arial"/>
                <a:ea typeface="Arial"/>
                <a:cs typeface="Arial"/>
              </a:defRPr>
            </a:lvl8pPr>
            <a:lvl9pPr algn="l">
              <a:defRPr sz="525" b="1" i="0">
                <a:solidFill>
                  <a:srgbClr val="557A76"/>
                </a:solidFill>
                <a:latin typeface="Arial"/>
                <a:ea typeface="Arial"/>
                <a:cs typeface="Arial"/>
              </a:defRPr>
            </a:lvl9pPr>
          </a:lstStyle>
          <a:p xmlns:a="http://schemas.openxmlformats.org/drawingml/2006/main">
            <a:pPr algn="l">
              <a:defRPr sz="525" b="1" i="0">
                <a:solidFill>
                  <a:srgbClr val="557A76"/>
                </a:solidFill>
                <a:latin typeface="Arial"/>
                <a:ea typeface="Arial"/>
                <a:cs typeface="Arial"/>
              </a:defRPr>
            </a:pPr>
            <a:r>
              <a:rPr sz="525" b="1" i="0">
                <a:solidFill>
                  <a:srgbClr val="557A76"/>
                </a:solidFill>
                <a:latin typeface="Arial"/>
                <a:ea typeface="Arial"/>
                <a:cs typeface="Arial"/>
              </a:rPr>
              <a:t>ASSET NEEDED</a:t>
            </a:r>
          </a:p>
        </p:txBody>
      </p:sp>
      <p:sp>
        <p:nvSpPr>
          <p:cNvPr id="27" name="">
            <a:extLst xmlns:a="http://schemas.openxmlformats.org/drawingml/2006/main">
              <a:ext uri="{FF2B5EF4-FFF2-40B4-BE49-F238E27FC236}">
                <a16:creationId xmlns:a16="http://schemas.microsoft.com/office/drawing/2014/main" id="{09B35BD9-8621-4E7F-9574-90E8065F78C8}"/>
              </a:ext>
            </a:extLst>
          </p:cNvPr>
          <p:cNvSpPr>
            <a:spLocks xmlns:a="http://schemas.openxmlformats.org/drawingml/2006/main" noGrp="1"/>
          </p:cNvSpPr>
          <p:nvPr/>
        </p:nvSpPr>
        <p:spPr>
          <a:xfrm xmlns:a="http://schemas.openxmlformats.org/drawingml/2006/main">
            <a:off x="9105900" y="4396740"/>
            <a:ext cx="914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660" b="0" i="0">
                <a:solidFill>
                  <a:srgbClr val="171715"/>
                </a:solidFill>
                <a:latin typeface="Arial"/>
                <a:ea typeface="Arial"/>
                <a:cs typeface="Arial"/>
              </a:defRPr>
            </a:defPPr>
            <a:lvl1pPr algn="l">
              <a:defRPr sz="660" b="0" i="0">
                <a:solidFill>
                  <a:srgbClr val="171715"/>
                </a:solidFill>
                <a:latin typeface="Arial"/>
                <a:ea typeface="Arial"/>
                <a:cs typeface="Arial"/>
              </a:defRPr>
            </a:lvl1pPr>
            <a:lvl2pPr algn="l">
              <a:defRPr sz="660" b="0" i="0">
                <a:solidFill>
                  <a:srgbClr val="171715"/>
                </a:solidFill>
                <a:latin typeface="Arial"/>
                <a:ea typeface="Arial"/>
                <a:cs typeface="Arial"/>
              </a:defRPr>
            </a:lvl2pPr>
            <a:lvl3pPr algn="l">
              <a:defRPr sz="660" b="0" i="0">
                <a:solidFill>
                  <a:srgbClr val="171715"/>
                </a:solidFill>
                <a:latin typeface="Arial"/>
                <a:ea typeface="Arial"/>
                <a:cs typeface="Arial"/>
              </a:defRPr>
            </a:lvl3pPr>
            <a:lvl4pPr algn="l">
              <a:defRPr sz="660" b="0" i="0">
                <a:solidFill>
                  <a:srgbClr val="171715"/>
                </a:solidFill>
                <a:latin typeface="Arial"/>
                <a:ea typeface="Arial"/>
                <a:cs typeface="Arial"/>
              </a:defRPr>
            </a:lvl4pPr>
            <a:lvl5pPr algn="l">
              <a:defRPr sz="660" b="0" i="0">
                <a:solidFill>
                  <a:srgbClr val="171715"/>
                </a:solidFill>
                <a:latin typeface="Arial"/>
                <a:ea typeface="Arial"/>
                <a:cs typeface="Arial"/>
              </a:defRPr>
            </a:lvl5pPr>
            <a:lvl6pPr algn="l">
              <a:defRPr sz="660" b="0" i="0">
                <a:solidFill>
                  <a:srgbClr val="171715"/>
                </a:solidFill>
                <a:latin typeface="Arial"/>
                <a:ea typeface="Arial"/>
                <a:cs typeface="Arial"/>
              </a:defRPr>
            </a:lvl6pPr>
            <a:lvl7pPr algn="l">
              <a:defRPr sz="660" b="0" i="0">
                <a:solidFill>
                  <a:srgbClr val="171715"/>
                </a:solidFill>
                <a:latin typeface="Arial"/>
                <a:ea typeface="Arial"/>
                <a:cs typeface="Arial"/>
              </a:defRPr>
            </a:lvl7pPr>
            <a:lvl8pPr algn="l">
              <a:defRPr sz="660" b="0" i="0">
                <a:solidFill>
                  <a:srgbClr val="171715"/>
                </a:solidFill>
                <a:latin typeface="Arial"/>
                <a:ea typeface="Arial"/>
                <a:cs typeface="Arial"/>
              </a:defRPr>
            </a:lvl8pPr>
            <a:lvl9pPr algn="l">
              <a:defRPr sz="660" b="0" i="0">
                <a:solidFill>
                  <a:srgbClr val="171715"/>
                </a:solidFill>
                <a:latin typeface="Arial"/>
                <a:ea typeface="Arial"/>
                <a:cs typeface="Arial"/>
              </a:defRPr>
            </a:lvl9pPr>
          </a:lstStyle>
          <a:p xmlns:a="http://schemas.openxmlformats.org/drawingml/2006/main">
            <a:pPr algn="l">
              <a:defRPr sz="660" b="0" i="0">
                <a:solidFill>
                  <a:srgbClr val="171715"/>
                </a:solidFill>
                <a:latin typeface="Arial"/>
                <a:ea typeface="Arial"/>
                <a:cs typeface="Arial"/>
              </a:defRPr>
            </a:pPr>
            <a:r>
              <a:rPr sz="660" b="0" i="0">
                <a:solidFill>
                  <a:srgbClr val="171715"/>
                </a:solidFill>
                <a:latin typeface="Arial"/>
                <a:ea typeface="Arial"/>
                <a:cs typeface="Arial"/>
              </a:rPr>
              <a:t>detail-reproduced-</a:t>
            </a:r>
          </a:p>
          <a:p xmlns:a="http://schemas.openxmlformats.org/drawingml/2006/main">
            <a:pPr algn="l">
              <a:defRPr sz="660" b="0" i="0">
                <a:solidFill>
                  <a:srgbClr val="171715"/>
                </a:solidFill>
                <a:latin typeface="Arial"/>
                <a:ea typeface="Arial"/>
                <a:cs typeface="Arial"/>
              </a:defRPr>
            </a:pPr>
            <a:r>
              <a:rPr sz="660" b="0" i="0">
                <a:solidFill>
                  <a:srgbClr val="171715"/>
                </a:solidFill>
                <a:latin typeface="Arial"/>
                <a:ea typeface="Arial"/>
                <a:cs typeface="Arial"/>
              </a:rPr>
              <a:t>self</a:t>
            </a:r>
          </a:p>
        </p:txBody>
      </p:sp>
      <p:sp>
        <p:nvSpPr>
          <p:cNvPr id="28" name="">
            <a:extLst xmlns:a="http://schemas.openxmlformats.org/drawingml/2006/main">
              <a:ext uri="{FF2B5EF4-FFF2-40B4-BE49-F238E27FC236}">
                <a16:creationId xmlns:a16="http://schemas.microsoft.com/office/drawing/2014/main" id="{426EAA19-3FBB-440D-89BB-700784EB87F2}"/>
              </a:ext>
            </a:extLst>
          </p:cNvPr>
          <p:cNvSpPr>
            <a:spLocks xmlns:a="http://schemas.openxmlformats.org/drawingml/2006/main" noGrp="1"/>
          </p:cNvSpPr>
          <p:nvPr/>
        </p:nvSpPr>
        <p:spPr>
          <a:xfrm xmlns:a="http://schemas.openxmlformats.org/drawingml/2006/main">
            <a:off x="9105900" y="4743450"/>
            <a:ext cx="914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563" b="0" i="0">
                <a:solidFill>
                  <a:srgbClr val="6C6A64"/>
                </a:solidFill>
                <a:latin typeface="Arial"/>
                <a:ea typeface="Arial"/>
                <a:cs typeface="Arial"/>
              </a:defRPr>
            </a:defPPr>
            <a:lvl1pPr algn="l">
              <a:defRPr sz="563" b="0" i="0">
                <a:solidFill>
                  <a:srgbClr val="6C6A64"/>
                </a:solidFill>
                <a:latin typeface="Arial"/>
                <a:ea typeface="Arial"/>
                <a:cs typeface="Arial"/>
              </a:defRPr>
            </a:lvl1pPr>
            <a:lvl2pPr algn="l">
              <a:defRPr sz="563" b="0" i="0">
                <a:solidFill>
                  <a:srgbClr val="6C6A64"/>
                </a:solidFill>
                <a:latin typeface="Arial"/>
                <a:ea typeface="Arial"/>
                <a:cs typeface="Arial"/>
              </a:defRPr>
            </a:lvl2pPr>
            <a:lvl3pPr algn="l">
              <a:defRPr sz="563" b="0" i="0">
                <a:solidFill>
                  <a:srgbClr val="6C6A64"/>
                </a:solidFill>
                <a:latin typeface="Arial"/>
                <a:ea typeface="Arial"/>
                <a:cs typeface="Arial"/>
              </a:defRPr>
            </a:lvl3pPr>
            <a:lvl4pPr algn="l">
              <a:defRPr sz="563" b="0" i="0">
                <a:solidFill>
                  <a:srgbClr val="6C6A64"/>
                </a:solidFill>
                <a:latin typeface="Arial"/>
                <a:ea typeface="Arial"/>
                <a:cs typeface="Arial"/>
              </a:defRPr>
            </a:lvl4pPr>
            <a:lvl5pPr algn="l">
              <a:defRPr sz="563" b="0" i="0">
                <a:solidFill>
                  <a:srgbClr val="6C6A64"/>
                </a:solidFill>
                <a:latin typeface="Arial"/>
                <a:ea typeface="Arial"/>
                <a:cs typeface="Arial"/>
              </a:defRPr>
            </a:lvl5pPr>
            <a:lvl6pPr algn="l">
              <a:defRPr sz="563" b="0" i="0">
                <a:solidFill>
                  <a:srgbClr val="6C6A64"/>
                </a:solidFill>
                <a:latin typeface="Arial"/>
                <a:ea typeface="Arial"/>
                <a:cs typeface="Arial"/>
              </a:defRPr>
            </a:lvl6pPr>
            <a:lvl7pPr algn="l">
              <a:defRPr sz="563" b="0" i="0">
                <a:solidFill>
                  <a:srgbClr val="6C6A64"/>
                </a:solidFill>
                <a:latin typeface="Arial"/>
                <a:ea typeface="Arial"/>
                <a:cs typeface="Arial"/>
              </a:defRPr>
            </a:lvl7pPr>
            <a:lvl8pPr algn="l">
              <a:defRPr sz="563" b="0" i="0">
                <a:solidFill>
                  <a:srgbClr val="6C6A64"/>
                </a:solidFill>
                <a:latin typeface="Arial"/>
                <a:ea typeface="Arial"/>
                <a:cs typeface="Arial"/>
              </a:defRPr>
            </a:lvl8pPr>
            <a:lvl9pPr algn="l">
              <a:defRPr sz="563" b="0" i="0">
                <a:solidFill>
                  <a:srgbClr val="6C6A64"/>
                </a:solidFill>
                <a:latin typeface="Arial"/>
                <a:ea typeface="Arial"/>
                <a:cs typeface="Arial"/>
              </a:defRPr>
            </a:lvl9pPr>
          </a:lstStyle>
          <a:p xmlns:a="http://schemas.openxmlformats.org/drawingml/2006/main">
            <a:pPr algn="l">
              <a:defRPr sz="563" b="0" i="0">
                <a:solidFill>
                  <a:srgbClr val="6C6A64"/>
                </a:solidFill>
                <a:latin typeface="Arial"/>
                <a:ea typeface="Arial"/>
                <a:cs typeface="Arial"/>
              </a:defRPr>
            </a:pPr>
            <a:r>
              <a:rPr sz="563" b="0" i="0">
                <a:solidFill>
                  <a:srgbClr val="6C6A64"/>
                </a:solidFill>
                <a:latin typeface="Arial"/>
                <a:ea typeface="Arial"/>
                <a:cs typeface="Arial"/>
              </a:rPr>
              <a:t>1:1 crop</a:t>
            </a:r>
          </a:p>
        </p:txBody>
      </p:sp>
      <p:sp>
        <p:nvSpPr>
          <p:cNvPr id="29" name="">
            <a:extLst xmlns:a="http://schemas.openxmlformats.org/drawingml/2006/main">
              <a:ext uri="{FF2B5EF4-FFF2-40B4-BE49-F238E27FC236}">
                <a16:creationId xmlns:a16="http://schemas.microsoft.com/office/drawing/2014/main" id="{D031AF34-D32F-4E20-9A1F-C66BCD342EB1}"/>
              </a:ext>
            </a:extLst>
          </p:cNvPr>
          <p:cNvSpPr>
            <a:spLocks xmlns:a="http://schemas.openxmlformats.org/drawingml/2006/main" noGrp="1"/>
          </p:cNvSpPr>
          <p:nvPr/>
        </p:nvSpPr>
        <p:spPr>
          <a:xfrm xmlns:a="http://schemas.openxmlformats.org/drawingml/2006/main">
            <a:off x="8972550" y="5238750"/>
            <a:ext cx="11811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990" b="0" i="0">
                <a:solidFill>
                  <a:srgbClr val="171715"/>
                </a:solidFill>
                <a:latin typeface="Georgia"/>
                <a:ea typeface="Georgia"/>
                <a:cs typeface="Georgia"/>
              </a:defRPr>
            </a:defPPr>
            <a:lvl1pPr algn="l">
              <a:defRPr sz="990" b="0" i="0">
                <a:solidFill>
                  <a:srgbClr val="171715"/>
                </a:solidFill>
                <a:latin typeface="Georgia"/>
                <a:ea typeface="Georgia"/>
                <a:cs typeface="Georgia"/>
              </a:defRPr>
            </a:lvl1pPr>
            <a:lvl2pPr algn="l">
              <a:defRPr sz="990" b="0" i="0">
                <a:solidFill>
                  <a:srgbClr val="171715"/>
                </a:solidFill>
                <a:latin typeface="Georgia"/>
                <a:ea typeface="Georgia"/>
                <a:cs typeface="Georgia"/>
              </a:defRPr>
            </a:lvl2pPr>
            <a:lvl3pPr algn="l">
              <a:defRPr sz="990" b="0" i="0">
                <a:solidFill>
                  <a:srgbClr val="171715"/>
                </a:solidFill>
                <a:latin typeface="Georgia"/>
                <a:ea typeface="Georgia"/>
                <a:cs typeface="Georgia"/>
              </a:defRPr>
            </a:lvl3pPr>
            <a:lvl4pPr algn="l">
              <a:defRPr sz="990" b="0" i="0">
                <a:solidFill>
                  <a:srgbClr val="171715"/>
                </a:solidFill>
                <a:latin typeface="Georgia"/>
                <a:ea typeface="Georgia"/>
                <a:cs typeface="Georgia"/>
              </a:defRPr>
            </a:lvl4pPr>
            <a:lvl5pPr algn="l">
              <a:defRPr sz="990" b="0" i="0">
                <a:solidFill>
                  <a:srgbClr val="171715"/>
                </a:solidFill>
                <a:latin typeface="Georgia"/>
                <a:ea typeface="Georgia"/>
                <a:cs typeface="Georgia"/>
              </a:defRPr>
            </a:lvl5pPr>
            <a:lvl6pPr algn="l">
              <a:defRPr sz="990" b="0" i="0">
                <a:solidFill>
                  <a:srgbClr val="171715"/>
                </a:solidFill>
                <a:latin typeface="Georgia"/>
                <a:ea typeface="Georgia"/>
                <a:cs typeface="Georgia"/>
              </a:defRPr>
            </a:lvl6pPr>
            <a:lvl7pPr algn="l">
              <a:defRPr sz="990" b="0" i="0">
                <a:solidFill>
                  <a:srgbClr val="171715"/>
                </a:solidFill>
                <a:latin typeface="Georgia"/>
                <a:ea typeface="Georgia"/>
                <a:cs typeface="Georgia"/>
              </a:defRPr>
            </a:lvl7pPr>
            <a:lvl8pPr algn="l">
              <a:defRPr sz="990" b="0" i="0">
                <a:solidFill>
                  <a:srgbClr val="171715"/>
                </a:solidFill>
                <a:latin typeface="Georgia"/>
                <a:ea typeface="Georgia"/>
                <a:cs typeface="Georgia"/>
              </a:defRPr>
            </a:lvl8pPr>
            <a:lvl9pPr algn="l">
              <a:defRPr sz="990" b="0" i="0">
                <a:solidFill>
                  <a:srgbClr val="171715"/>
                </a:solidFill>
                <a:latin typeface="Georgia"/>
                <a:ea typeface="Georgia"/>
                <a:cs typeface="Georgia"/>
              </a:defRPr>
            </a:lvl9pPr>
          </a:lstStyle>
          <a:p xmlns:a="http://schemas.openxmlformats.org/drawingml/2006/main">
            <a:pPr algn="l">
              <a:defRPr sz="990" b="0" i="0">
                <a:solidFill>
                  <a:srgbClr val="171715"/>
                </a:solidFill>
                <a:latin typeface="Georgia"/>
                <a:ea typeface="Georgia"/>
                <a:cs typeface="Georgia"/>
              </a:defRPr>
            </a:pPr>
            <a:r>
              <a:rPr sz="990" b="0" i="0">
                <a:solidFill>
                  <a:srgbClr val="171715"/>
                </a:solidFill>
                <a:latin typeface="Georgia"/>
                <a:ea typeface="Georgia"/>
                <a:cs typeface="Georgia"/>
              </a:rPr>
              <a:t>The Reproduced Self</a:t>
            </a:r>
          </a:p>
        </p:txBody>
      </p:sp>
      <p:sp>
        <p:nvSpPr>
          <p:cNvPr id="30" name="">
            <a:extLst xmlns:a="http://schemas.openxmlformats.org/drawingml/2006/main">
              <a:ext uri="{FF2B5EF4-FFF2-40B4-BE49-F238E27FC236}">
                <a16:creationId xmlns:a16="http://schemas.microsoft.com/office/drawing/2014/main" id="{6240DAFE-7E3E-4663-9188-68A1D2307805}"/>
              </a:ext>
            </a:extLst>
          </p:cNvPr>
          <p:cNvSpPr>
            <a:spLocks xmlns:a="http://schemas.openxmlformats.org/drawingml/2006/main" noGrp="1"/>
          </p:cNvSpPr>
          <p:nvPr/>
        </p:nvSpPr>
        <p:spPr>
          <a:xfrm xmlns:a="http://schemas.openxmlformats.org/drawingml/2006/main">
            <a:off x="8972550" y="5600700"/>
            <a:ext cx="11811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713" b="0" i="0">
                <a:solidFill>
                  <a:srgbClr val="6C6A64"/>
                </a:solidFill>
                <a:latin typeface="Arial"/>
                <a:ea typeface="Arial"/>
                <a:cs typeface="Arial"/>
              </a:defRPr>
            </a:defPPr>
            <a:lvl1pPr algn="l">
              <a:defRPr sz="713" b="0" i="0">
                <a:solidFill>
                  <a:srgbClr val="6C6A64"/>
                </a:solidFill>
                <a:latin typeface="Arial"/>
                <a:ea typeface="Arial"/>
                <a:cs typeface="Arial"/>
              </a:defRPr>
            </a:lvl1pPr>
            <a:lvl2pPr algn="l">
              <a:defRPr sz="713" b="0" i="0">
                <a:solidFill>
                  <a:srgbClr val="6C6A64"/>
                </a:solidFill>
                <a:latin typeface="Arial"/>
                <a:ea typeface="Arial"/>
                <a:cs typeface="Arial"/>
              </a:defRPr>
            </a:lvl2pPr>
            <a:lvl3pPr algn="l">
              <a:defRPr sz="713" b="0" i="0">
                <a:solidFill>
                  <a:srgbClr val="6C6A64"/>
                </a:solidFill>
                <a:latin typeface="Arial"/>
                <a:ea typeface="Arial"/>
                <a:cs typeface="Arial"/>
              </a:defRPr>
            </a:lvl3pPr>
            <a:lvl4pPr algn="l">
              <a:defRPr sz="713" b="0" i="0">
                <a:solidFill>
                  <a:srgbClr val="6C6A64"/>
                </a:solidFill>
                <a:latin typeface="Arial"/>
                <a:ea typeface="Arial"/>
                <a:cs typeface="Arial"/>
              </a:defRPr>
            </a:lvl4pPr>
            <a:lvl5pPr algn="l">
              <a:defRPr sz="713" b="0" i="0">
                <a:solidFill>
                  <a:srgbClr val="6C6A64"/>
                </a:solidFill>
                <a:latin typeface="Arial"/>
                <a:ea typeface="Arial"/>
                <a:cs typeface="Arial"/>
              </a:defRPr>
            </a:lvl5pPr>
            <a:lvl6pPr algn="l">
              <a:defRPr sz="713" b="0" i="0">
                <a:solidFill>
                  <a:srgbClr val="6C6A64"/>
                </a:solidFill>
                <a:latin typeface="Arial"/>
                <a:ea typeface="Arial"/>
                <a:cs typeface="Arial"/>
              </a:defRPr>
            </a:lvl6pPr>
            <a:lvl7pPr algn="l">
              <a:defRPr sz="713" b="0" i="0">
                <a:solidFill>
                  <a:srgbClr val="6C6A64"/>
                </a:solidFill>
                <a:latin typeface="Arial"/>
                <a:ea typeface="Arial"/>
                <a:cs typeface="Arial"/>
              </a:defRPr>
            </a:lvl7pPr>
            <a:lvl8pPr algn="l">
              <a:defRPr sz="713" b="0" i="0">
                <a:solidFill>
                  <a:srgbClr val="6C6A64"/>
                </a:solidFill>
                <a:latin typeface="Arial"/>
                <a:ea typeface="Arial"/>
                <a:cs typeface="Arial"/>
              </a:defRPr>
            </a:lvl8pPr>
            <a:lvl9pPr algn="l">
              <a:defRPr sz="713" b="0" i="0">
                <a:solidFill>
                  <a:srgbClr val="6C6A64"/>
                </a:solidFill>
                <a:latin typeface="Arial"/>
                <a:ea typeface="Arial"/>
                <a:cs typeface="Arial"/>
              </a:defRPr>
            </a:lvl9pPr>
          </a:lstStyle>
          <a:p xmlns:a="http://schemas.openxmlformats.org/drawingml/2006/main">
            <a:pPr algn="l">
              <a:defRPr sz="713" b="0" i="0">
                <a:solidFill>
                  <a:srgbClr val="6C6A64"/>
                </a:solidFill>
                <a:latin typeface="Arial"/>
                <a:ea typeface="Arial"/>
                <a:cs typeface="Arial"/>
              </a:defRPr>
            </a:pPr>
            <a:r>
              <a:rPr sz="713" b="0" i="0">
                <a:solidFill>
                  <a:srgbClr val="6C6A64"/>
                </a:solidFill>
                <a:latin typeface="Arial"/>
                <a:ea typeface="Arial"/>
                <a:cs typeface="Arial"/>
              </a:rPr>
              <a:t>Repeated identities question what remains uniquely human.</a:t>
            </a:r>
          </a:p>
        </p:txBody>
      </p:sp>
      <p:sp>
        <p:nvSpPr>
          <p:cNvPr id="31" name="">
            <a:extLst xmlns:a="http://schemas.openxmlformats.org/drawingml/2006/main">
              <a:ext uri="{FF2B5EF4-FFF2-40B4-BE49-F238E27FC236}">
                <a16:creationId xmlns:a16="http://schemas.microsoft.com/office/drawing/2014/main" id="{A8E278E2-FC20-48D0-BE9E-2DA3614B2D07}"/>
              </a:ext>
            </a:extLst>
          </p:cNvPr>
          <p:cNvSpPr>
            <a:spLocks xmlns:a="http://schemas.openxmlformats.org/drawingml/2006/main" noGrp="1"/>
          </p:cNvSpPr>
          <p:nvPr/>
        </p:nvSpPr>
        <p:spPr>
          <a:xfrm xmlns:a="http://schemas.openxmlformats.org/drawingml/2006/main">
            <a:off x="495300" y="7159950"/>
            <a:ext cx="1809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788" b="1" i="0">
                <a:solidFill>
                  <a:srgbClr val="6C6A64"/>
                </a:solidFill>
                <a:latin typeface="Arial"/>
                <a:ea typeface="Arial"/>
                <a:cs typeface="Arial"/>
              </a:defRPr>
            </a:defPPr>
            <a:lvl1pPr algn="l">
              <a:defRPr sz="788" b="1" i="0">
                <a:solidFill>
                  <a:srgbClr val="6C6A64"/>
                </a:solidFill>
                <a:latin typeface="Arial"/>
                <a:ea typeface="Arial"/>
                <a:cs typeface="Arial"/>
              </a:defRPr>
            </a:lvl1pPr>
            <a:lvl2pPr algn="l">
              <a:defRPr sz="788" b="1" i="0">
                <a:solidFill>
                  <a:srgbClr val="6C6A64"/>
                </a:solidFill>
                <a:latin typeface="Arial"/>
                <a:ea typeface="Arial"/>
                <a:cs typeface="Arial"/>
              </a:defRPr>
            </a:lvl2pPr>
            <a:lvl3pPr algn="l">
              <a:defRPr sz="788" b="1" i="0">
                <a:solidFill>
                  <a:srgbClr val="6C6A64"/>
                </a:solidFill>
                <a:latin typeface="Arial"/>
                <a:ea typeface="Arial"/>
                <a:cs typeface="Arial"/>
              </a:defRPr>
            </a:lvl3pPr>
            <a:lvl4pPr algn="l">
              <a:defRPr sz="788" b="1" i="0">
                <a:solidFill>
                  <a:srgbClr val="6C6A64"/>
                </a:solidFill>
                <a:latin typeface="Arial"/>
                <a:ea typeface="Arial"/>
                <a:cs typeface="Arial"/>
              </a:defRPr>
            </a:lvl4pPr>
            <a:lvl5pPr algn="l">
              <a:defRPr sz="788" b="1" i="0">
                <a:solidFill>
                  <a:srgbClr val="6C6A64"/>
                </a:solidFill>
                <a:latin typeface="Arial"/>
                <a:ea typeface="Arial"/>
                <a:cs typeface="Arial"/>
              </a:defRPr>
            </a:lvl5pPr>
            <a:lvl6pPr algn="l">
              <a:defRPr sz="788" b="1" i="0">
                <a:solidFill>
                  <a:srgbClr val="6C6A64"/>
                </a:solidFill>
                <a:latin typeface="Arial"/>
                <a:ea typeface="Arial"/>
                <a:cs typeface="Arial"/>
              </a:defRPr>
            </a:lvl6pPr>
            <a:lvl7pPr algn="l">
              <a:defRPr sz="788" b="1" i="0">
                <a:solidFill>
                  <a:srgbClr val="6C6A64"/>
                </a:solidFill>
                <a:latin typeface="Arial"/>
                <a:ea typeface="Arial"/>
                <a:cs typeface="Arial"/>
              </a:defRPr>
            </a:lvl7pPr>
            <a:lvl8pPr algn="l">
              <a:defRPr sz="788" b="1" i="0">
                <a:solidFill>
                  <a:srgbClr val="6C6A64"/>
                </a:solidFill>
                <a:latin typeface="Arial"/>
                <a:ea typeface="Arial"/>
                <a:cs typeface="Arial"/>
              </a:defRPr>
            </a:lvl8pPr>
            <a:lvl9pPr algn="l">
              <a:defRPr sz="788" b="1" i="0">
                <a:solidFill>
                  <a:srgbClr val="6C6A64"/>
                </a:solidFill>
                <a:latin typeface="Arial"/>
                <a:ea typeface="Arial"/>
                <a:cs typeface="Arial"/>
              </a:defRPr>
            </a:lvl9pPr>
          </a:lstStyle>
          <a:p xmlns:a="http://schemas.openxmlformats.org/drawingml/2006/main">
            <a:pPr algn="l">
              <a:defRPr sz="788" b="1" i="0">
                <a:solidFill>
                  <a:srgbClr val="6C6A64"/>
                </a:solidFill>
                <a:latin typeface="Arial"/>
                <a:ea typeface="Arial"/>
                <a:cs typeface="Arial"/>
              </a:defRPr>
            </a:pPr>
            <a:r>
              <a:rPr sz="788" b="1" i="0">
                <a:solidFill>
                  <a:srgbClr val="6C6A64"/>
                </a:solidFill>
                <a:latin typeface="Arial"/>
                <a:ea typeface="Arial"/>
                <a:cs typeface="Arial"/>
              </a:rPr>
              <a:t>PROJECT 01   03/04</a:t>
            </a:r>
          </a:p>
        </p:txBody>
      </p:sp>
    </p:spTree>
    <p:extLst>
      <p:ext uri="{BB962C8B-B14F-4D97-AF65-F5344CB8AC3E}">
        <p14:creationId xmlns:p14="http://schemas.microsoft.com/office/powerpoint/2010/main" val="1612365526"/>
      </p:ext>
    </p:extLst>
  </p:cSld>
</p:sld>
</file>

<file path=ppt/slides/slide4.xml><?xml version="1.0" encoding="utf-8"?>
<p:sld xmlns:p="http://schemas.openxmlformats.org/presentationml/2006/main">
  <p:cSld>
    <p:bg>
      <p:bgPr>
        <a:solidFill xmlns:a="http://schemas.openxmlformats.org/drawingml/2006/main">
          <a:srgbClr val="1C1D1B"/>
        </a:solidFill>
      </p:bgPr>
    </p:bg>
    <p:spTree>
      <p:nvGrpSpPr>
        <p:cNvPr id="1" name=""/>
        <p:cNvGrpSpPr/>
        <p:nvPr/>
      </p:nvGrpSpPr>
      <p:grpSpPr>
        <a:xfrm xmlns:a="http://schemas.openxmlformats.org/drawingml/2006/main"/>
      </p:grpSpPr>
      <p:sp>
        <p:nvSpPr>
          <p:cNvPr id="45" name="">
            <a:extLst xmlns:a="http://schemas.openxmlformats.org/drawingml/2006/main">
              <a:ext uri="{FF2B5EF4-FFF2-40B4-BE49-F238E27FC236}">
                <a16:creationId xmlns:a16="http://schemas.microsoft.com/office/drawing/2014/main" id="{BA01BB02-CFD6-43A7-95C7-3D6265FBF6D9}"/>
              </a:ext>
            </a:extLst>
          </p:cNvPr>
          <p:cNvSpPr>
            <a:spLocks xmlns:a="http://schemas.openxmlformats.org/drawingml/2006/main" noGrp="1"/>
          </p:cNvSpPr>
          <p:nvPr/>
        </p:nvSpPr>
        <p:spPr>
          <a:xfrm xmlns:a="http://schemas.openxmlformats.org/drawingml/2006/main">
            <a:off x="495300" y="400050"/>
            <a:ext cx="495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550" b="0" i="0">
                <a:solidFill>
                  <a:srgbClr val="EEEAE1"/>
                </a:solidFill>
                <a:latin typeface="Georgia"/>
                <a:ea typeface="Georgia"/>
                <a:cs typeface="Georgia"/>
              </a:defRPr>
            </a:defPPr>
            <a:lvl1pPr algn="l">
              <a:defRPr sz="2550" b="0" i="0">
                <a:solidFill>
                  <a:srgbClr val="EEEAE1"/>
                </a:solidFill>
                <a:latin typeface="Georgia"/>
                <a:ea typeface="Georgia"/>
                <a:cs typeface="Georgia"/>
              </a:defRPr>
            </a:lvl1pPr>
            <a:lvl2pPr algn="l">
              <a:defRPr sz="2550" b="0" i="0">
                <a:solidFill>
                  <a:srgbClr val="EEEAE1"/>
                </a:solidFill>
                <a:latin typeface="Georgia"/>
                <a:ea typeface="Georgia"/>
                <a:cs typeface="Georgia"/>
              </a:defRPr>
            </a:lvl2pPr>
            <a:lvl3pPr algn="l">
              <a:defRPr sz="2550" b="0" i="0">
                <a:solidFill>
                  <a:srgbClr val="EEEAE1"/>
                </a:solidFill>
                <a:latin typeface="Georgia"/>
                <a:ea typeface="Georgia"/>
                <a:cs typeface="Georgia"/>
              </a:defRPr>
            </a:lvl3pPr>
            <a:lvl4pPr algn="l">
              <a:defRPr sz="2550" b="0" i="0">
                <a:solidFill>
                  <a:srgbClr val="EEEAE1"/>
                </a:solidFill>
                <a:latin typeface="Georgia"/>
                <a:ea typeface="Georgia"/>
                <a:cs typeface="Georgia"/>
              </a:defRPr>
            </a:lvl4pPr>
            <a:lvl5pPr algn="l">
              <a:defRPr sz="2550" b="0" i="0">
                <a:solidFill>
                  <a:srgbClr val="EEEAE1"/>
                </a:solidFill>
                <a:latin typeface="Georgia"/>
                <a:ea typeface="Georgia"/>
                <a:cs typeface="Georgia"/>
              </a:defRPr>
            </a:lvl5pPr>
            <a:lvl6pPr algn="l">
              <a:defRPr sz="2550" b="0" i="0">
                <a:solidFill>
                  <a:srgbClr val="EEEAE1"/>
                </a:solidFill>
                <a:latin typeface="Georgia"/>
                <a:ea typeface="Georgia"/>
                <a:cs typeface="Georgia"/>
              </a:defRPr>
            </a:lvl6pPr>
            <a:lvl7pPr algn="l">
              <a:defRPr sz="2550" b="0" i="0">
                <a:solidFill>
                  <a:srgbClr val="EEEAE1"/>
                </a:solidFill>
                <a:latin typeface="Georgia"/>
                <a:ea typeface="Georgia"/>
                <a:cs typeface="Georgia"/>
              </a:defRPr>
            </a:lvl7pPr>
            <a:lvl8pPr algn="l">
              <a:defRPr sz="2550" b="0" i="0">
                <a:solidFill>
                  <a:srgbClr val="EEEAE1"/>
                </a:solidFill>
                <a:latin typeface="Georgia"/>
                <a:ea typeface="Georgia"/>
                <a:cs typeface="Georgia"/>
              </a:defRPr>
            </a:lvl8pPr>
            <a:lvl9pPr algn="l">
              <a:defRPr sz="2550" b="0" i="0">
                <a:solidFill>
                  <a:srgbClr val="EEEAE1"/>
                </a:solidFill>
                <a:latin typeface="Georgia"/>
                <a:ea typeface="Georgia"/>
                <a:cs typeface="Georgia"/>
              </a:defRPr>
            </a:lvl9pPr>
          </a:lstStyle>
          <a:p xmlns:a="http://schemas.openxmlformats.org/drawingml/2006/main">
            <a:pPr algn="l">
              <a:defRPr sz="2550" b="0" i="0">
                <a:solidFill>
                  <a:srgbClr val="EEEAE1"/>
                </a:solidFill>
                <a:latin typeface="Georgia"/>
                <a:ea typeface="Georgia"/>
                <a:cs typeface="Georgia"/>
              </a:defRPr>
            </a:pPr>
            <a:r>
              <a:rPr sz="2550" b="0" i="0">
                <a:solidFill>
                  <a:srgbClr val="EEEAE1"/>
                </a:solidFill>
                <a:latin typeface="Georgia"/>
                <a:ea typeface="Georgia"/>
                <a:cs typeface="Georgia"/>
              </a:rPr>
              <a:t>From Connection to Overload</a:t>
            </a:r>
          </a:p>
        </p:txBody>
      </p:sp>
      <p:sp>
        <p:nvSpPr>
          <p:cNvPr id="2" name="">
            <a:extLst xmlns:a="http://schemas.openxmlformats.org/drawingml/2006/main">
              <a:ext uri="{FF2B5EF4-FFF2-40B4-BE49-F238E27FC236}">
                <a16:creationId xmlns:a16="http://schemas.microsoft.com/office/drawing/2014/main" id="{450159D2-84B4-4C91-8F4A-F2276D3EF506}"/>
              </a:ext>
            </a:extLst>
          </p:cNvPr>
          <p:cNvSpPr>
            <a:spLocks xmlns:a="http://schemas.openxmlformats.org/drawingml/2006/main" noGrp="1"/>
          </p:cNvSpPr>
          <p:nvPr/>
        </p:nvSpPr>
        <p:spPr>
          <a:xfrm xmlns:a="http://schemas.openxmlformats.org/drawingml/2006/main">
            <a:off x="5619750" y="457200"/>
            <a:ext cx="45529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013" b="0" i="0">
                <a:solidFill>
                  <a:srgbClr val="EEEAE1"/>
                </a:solidFill>
                <a:latin typeface="Arial"/>
                <a:ea typeface="Arial"/>
                <a:cs typeface="Arial"/>
              </a:defRPr>
            </a:defPPr>
            <a:lvl1pPr algn="l">
              <a:defRPr sz="1013" b="0" i="0">
                <a:solidFill>
                  <a:srgbClr val="EEEAE1"/>
                </a:solidFill>
                <a:latin typeface="Arial"/>
                <a:ea typeface="Arial"/>
                <a:cs typeface="Arial"/>
              </a:defRPr>
            </a:lvl1pPr>
            <a:lvl2pPr algn="l">
              <a:defRPr sz="1013" b="0" i="0">
                <a:solidFill>
                  <a:srgbClr val="EEEAE1"/>
                </a:solidFill>
                <a:latin typeface="Arial"/>
                <a:ea typeface="Arial"/>
                <a:cs typeface="Arial"/>
              </a:defRPr>
            </a:lvl2pPr>
            <a:lvl3pPr algn="l">
              <a:defRPr sz="1013" b="0" i="0">
                <a:solidFill>
                  <a:srgbClr val="EEEAE1"/>
                </a:solidFill>
                <a:latin typeface="Arial"/>
                <a:ea typeface="Arial"/>
                <a:cs typeface="Arial"/>
              </a:defRPr>
            </a:lvl3pPr>
            <a:lvl4pPr algn="l">
              <a:defRPr sz="1013" b="0" i="0">
                <a:solidFill>
                  <a:srgbClr val="EEEAE1"/>
                </a:solidFill>
                <a:latin typeface="Arial"/>
                <a:ea typeface="Arial"/>
                <a:cs typeface="Arial"/>
              </a:defRPr>
            </a:lvl4pPr>
            <a:lvl5pPr algn="l">
              <a:defRPr sz="1013" b="0" i="0">
                <a:solidFill>
                  <a:srgbClr val="EEEAE1"/>
                </a:solidFill>
                <a:latin typeface="Arial"/>
                <a:ea typeface="Arial"/>
                <a:cs typeface="Arial"/>
              </a:defRPr>
            </a:lvl5pPr>
            <a:lvl6pPr algn="l">
              <a:defRPr sz="1013" b="0" i="0">
                <a:solidFill>
                  <a:srgbClr val="EEEAE1"/>
                </a:solidFill>
                <a:latin typeface="Arial"/>
                <a:ea typeface="Arial"/>
                <a:cs typeface="Arial"/>
              </a:defRPr>
            </a:lvl6pPr>
            <a:lvl7pPr algn="l">
              <a:defRPr sz="1013" b="0" i="0">
                <a:solidFill>
                  <a:srgbClr val="EEEAE1"/>
                </a:solidFill>
                <a:latin typeface="Arial"/>
                <a:ea typeface="Arial"/>
                <a:cs typeface="Arial"/>
              </a:defRPr>
            </a:lvl7pPr>
            <a:lvl8pPr algn="l">
              <a:defRPr sz="1013" b="0" i="0">
                <a:solidFill>
                  <a:srgbClr val="EEEAE1"/>
                </a:solidFill>
                <a:latin typeface="Arial"/>
                <a:ea typeface="Arial"/>
                <a:cs typeface="Arial"/>
              </a:defRPr>
            </a:lvl8pPr>
            <a:lvl9pPr algn="l">
              <a:defRPr sz="1013" b="0" i="0">
                <a:solidFill>
                  <a:srgbClr val="EEEAE1"/>
                </a:solidFill>
                <a:latin typeface="Arial"/>
                <a:ea typeface="Arial"/>
                <a:cs typeface="Arial"/>
              </a:defRPr>
            </a:lvl9pPr>
          </a:lstStyle>
          <a:p xmlns:a="http://schemas.openxmlformats.org/drawingml/2006/main">
            <a:pPr algn="l">
              <a:defRPr sz="1013" b="0" i="0">
                <a:solidFill>
                  <a:srgbClr val="EEEAE1"/>
                </a:solidFill>
                <a:latin typeface="Arial"/>
                <a:ea typeface="Arial"/>
                <a:cs typeface="Arial"/>
              </a:defRPr>
            </a:pPr>
            <a:r>
              <a:rPr sz="1013" b="0" i="0">
                <a:solidFill>
                  <a:srgbClr val="EEEAE1"/>
                </a:solidFill>
                <a:latin typeface="Arial"/>
                <a:ea typeface="Arial"/>
                <a:cs typeface="Arial"/>
              </a:rPr>
              <a:t>The viewer's scrolling gradually introduces more information into the portrait. The act of continuing to browse becomes the mechanism that produces information overload.</a:t>
            </a:r>
          </a:p>
        </p:txBody>
      </p:sp>
      <p:sp>
        <p:nvSpPr>
          <p:cNvPr id="3" name="">
            <a:extLst xmlns:a="http://schemas.openxmlformats.org/drawingml/2006/main">
              <a:ext uri="{FF2B5EF4-FFF2-40B4-BE49-F238E27FC236}">
                <a16:creationId xmlns:a16="http://schemas.microsoft.com/office/drawing/2014/main" id="{AFE00C37-D0F4-47D6-944F-3AA9BB04D55A}"/>
              </a:ext>
            </a:extLst>
          </p:cNvPr>
          <p:cNvSpPr>
            <a:spLocks xmlns:a="http://schemas.openxmlformats.org/drawingml/2006/main" noGrp="1"/>
          </p:cNvSpPr>
          <p:nvPr/>
        </p:nvSpPr>
        <p:spPr>
          <a:xfrm xmlns:a="http://schemas.openxmlformats.org/drawingml/2006/main">
            <a:off x="495300" y="1333500"/>
            <a:ext cx="323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750" b="1" i="0">
                <a:solidFill>
                  <a:srgbClr val="83A7A1"/>
                </a:solidFill>
                <a:latin typeface="Arial"/>
                <a:ea typeface="Arial"/>
                <a:cs typeface="Arial"/>
              </a:defRPr>
            </a:defPPr>
            <a:lvl1pPr algn="l">
              <a:defRPr sz="750" b="1" i="0">
                <a:solidFill>
                  <a:srgbClr val="83A7A1"/>
                </a:solidFill>
                <a:latin typeface="Arial"/>
                <a:ea typeface="Arial"/>
                <a:cs typeface="Arial"/>
              </a:defRPr>
            </a:lvl1pPr>
            <a:lvl2pPr algn="l">
              <a:defRPr sz="750" b="1" i="0">
                <a:solidFill>
                  <a:srgbClr val="83A7A1"/>
                </a:solidFill>
                <a:latin typeface="Arial"/>
                <a:ea typeface="Arial"/>
                <a:cs typeface="Arial"/>
              </a:defRPr>
            </a:lvl2pPr>
            <a:lvl3pPr algn="l">
              <a:defRPr sz="750" b="1" i="0">
                <a:solidFill>
                  <a:srgbClr val="83A7A1"/>
                </a:solidFill>
                <a:latin typeface="Arial"/>
                <a:ea typeface="Arial"/>
                <a:cs typeface="Arial"/>
              </a:defRPr>
            </a:lvl3pPr>
            <a:lvl4pPr algn="l">
              <a:defRPr sz="750" b="1" i="0">
                <a:solidFill>
                  <a:srgbClr val="83A7A1"/>
                </a:solidFill>
                <a:latin typeface="Arial"/>
                <a:ea typeface="Arial"/>
                <a:cs typeface="Arial"/>
              </a:defRPr>
            </a:lvl4pPr>
            <a:lvl5pPr algn="l">
              <a:defRPr sz="750" b="1" i="0">
                <a:solidFill>
                  <a:srgbClr val="83A7A1"/>
                </a:solidFill>
                <a:latin typeface="Arial"/>
                <a:ea typeface="Arial"/>
                <a:cs typeface="Arial"/>
              </a:defRPr>
            </a:lvl5pPr>
            <a:lvl6pPr algn="l">
              <a:defRPr sz="750" b="1" i="0">
                <a:solidFill>
                  <a:srgbClr val="83A7A1"/>
                </a:solidFill>
                <a:latin typeface="Arial"/>
                <a:ea typeface="Arial"/>
                <a:cs typeface="Arial"/>
              </a:defRPr>
            </a:lvl6pPr>
            <a:lvl7pPr algn="l">
              <a:defRPr sz="750" b="1" i="0">
                <a:solidFill>
                  <a:srgbClr val="83A7A1"/>
                </a:solidFill>
                <a:latin typeface="Arial"/>
                <a:ea typeface="Arial"/>
                <a:cs typeface="Arial"/>
              </a:defRPr>
            </a:lvl7pPr>
            <a:lvl8pPr algn="l">
              <a:defRPr sz="750" b="1" i="0">
                <a:solidFill>
                  <a:srgbClr val="83A7A1"/>
                </a:solidFill>
                <a:latin typeface="Arial"/>
                <a:ea typeface="Arial"/>
                <a:cs typeface="Arial"/>
              </a:defRPr>
            </a:lvl8pPr>
            <a:lvl9pPr algn="l">
              <a:defRPr sz="750" b="1" i="0">
                <a:solidFill>
                  <a:srgbClr val="83A7A1"/>
                </a:solidFill>
                <a:latin typeface="Arial"/>
                <a:ea typeface="Arial"/>
                <a:cs typeface="Arial"/>
              </a:defRPr>
            </a:lvl9pPr>
          </a:lstStyle>
          <a:p xmlns:a="http://schemas.openxmlformats.org/drawingml/2006/main">
            <a:pPr algn="l">
              <a:defRPr sz="750" b="1" i="0">
                <a:solidFill>
                  <a:srgbClr val="83A7A1"/>
                </a:solidFill>
                <a:latin typeface="Arial"/>
                <a:ea typeface="Arial"/>
                <a:cs typeface="Arial"/>
              </a:defRPr>
            </a:pPr>
            <a:r>
              <a:rPr sz="750" b="1" i="0">
                <a:solidFill>
                  <a:srgbClr val="83A7A1"/>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0E9308A9-C7CA-4DF9-A297-871F9CF29565}"/>
              </a:ext>
            </a:extLst>
          </p:cNvPr>
          <p:cNvSpPr>
            <a:spLocks xmlns:a="http://schemas.openxmlformats.org/drawingml/2006/main" noGrp="1"/>
          </p:cNvSpPr>
          <p:nvPr/>
        </p:nvSpPr>
        <p:spPr>
          <a:xfrm xmlns:a="http://schemas.openxmlformats.org/drawingml/2006/main">
            <a:off x="895350" y="1333500"/>
            <a:ext cx="17335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750" b="1" i="0">
                <a:solidFill>
                  <a:srgbClr val="BDBCB6"/>
                </a:solidFill>
                <a:latin typeface="Arial"/>
                <a:ea typeface="Arial"/>
                <a:cs typeface="Arial"/>
              </a:defRPr>
            </a:defPPr>
            <a:lvl1pPr algn="l">
              <a:defRPr sz="750" b="1" i="0">
                <a:solidFill>
                  <a:srgbClr val="BDBCB6"/>
                </a:solidFill>
                <a:latin typeface="Arial"/>
                <a:ea typeface="Arial"/>
                <a:cs typeface="Arial"/>
              </a:defRPr>
            </a:lvl1pPr>
            <a:lvl2pPr algn="l">
              <a:defRPr sz="750" b="1" i="0">
                <a:solidFill>
                  <a:srgbClr val="BDBCB6"/>
                </a:solidFill>
                <a:latin typeface="Arial"/>
                <a:ea typeface="Arial"/>
                <a:cs typeface="Arial"/>
              </a:defRPr>
            </a:lvl2pPr>
            <a:lvl3pPr algn="l">
              <a:defRPr sz="750" b="1" i="0">
                <a:solidFill>
                  <a:srgbClr val="BDBCB6"/>
                </a:solidFill>
                <a:latin typeface="Arial"/>
                <a:ea typeface="Arial"/>
                <a:cs typeface="Arial"/>
              </a:defRPr>
            </a:lvl3pPr>
            <a:lvl4pPr algn="l">
              <a:defRPr sz="750" b="1" i="0">
                <a:solidFill>
                  <a:srgbClr val="BDBCB6"/>
                </a:solidFill>
                <a:latin typeface="Arial"/>
                <a:ea typeface="Arial"/>
                <a:cs typeface="Arial"/>
              </a:defRPr>
            </a:lvl4pPr>
            <a:lvl5pPr algn="l">
              <a:defRPr sz="750" b="1" i="0">
                <a:solidFill>
                  <a:srgbClr val="BDBCB6"/>
                </a:solidFill>
                <a:latin typeface="Arial"/>
                <a:ea typeface="Arial"/>
                <a:cs typeface="Arial"/>
              </a:defRPr>
            </a:lvl5pPr>
            <a:lvl6pPr algn="l">
              <a:defRPr sz="750" b="1" i="0">
                <a:solidFill>
                  <a:srgbClr val="BDBCB6"/>
                </a:solidFill>
                <a:latin typeface="Arial"/>
                <a:ea typeface="Arial"/>
                <a:cs typeface="Arial"/>
              </a:defRPr>
            </a:lvl6pPr>
            <a:lvl7pPr algn="l">
              <a:defRPr sz="750" b="1" i="0">
                <a:solidFill>
                  <a:srgbClr val="BDBCB6"/>
                </a:solidFill>
                <a:latin typeface="Arial"/>
                <a:ea typeface="Arial"/>
                <a:cs typeface="Arial"/>
              </a:defRPr>
            </a:lvl7pPr>
            <a:lvl8pPr algn="l">
              <a:defRPr sz="750" b="1" i="0">
                <a:solidFill>
                  <a:srgbClr val="BDBCB6"/>
                </a:solidFill>
                <a:latin typeface="Arial"/>
                <a:ea typeface="Arial"/>
                <a:cs typeface="Arial"/>
              </a:defRPr>
            </a:lvl8pPr>
            <a:lvl9pPr algn="l">
              <a:defRPr sz="750" b="1" i="0">
                <a:solidFill>
                  <a:srgbClr val="BDBCB6"/>
                </a:solidFill>
                <a:latin typeface="Arial"/>
                <a:ea typeface="Arial"/>
                <a:cs typeface="Arial"/>
              </a:defRPr>
            </a:lvl9pPr>
          </a:lstStyle>
          <a:p xmlns:a="http://schemas.openxmlformats.org/drawingml/2006/main">
            <a:pPr algn="l">
              <a:defRPr sz="750" b="1" i="0">
                <a:solidFill>
                  <a:srgbClr val="BDBCB6"/>
                </a:solidFill>
                <a:latin typeface="Arial"/>
                <a:ea typeface="Arial"/>
                <a:cs typeface="Arial"/>
              </a:defRPr>
            </a:pPr>
            <a:r>
              <a:rPr sz="750" b="1" i="0">
                <a:solidFill>
                  <a:srgbClr val="BDBCB6"/>
                </a:solidFill>
                <a:latin typeface="Arial"/>
                <a:ea typeface="Arial"/>
                <a:cs typeface="Arial"/>
              </a:rPr>
              <a:t>DORMANT</a:t>
            </a:r>
          </a:p>
        </p:txBody>
      </p:sp>
      <p:sp>
        <p:nvSpPr>
          <p:cNvPr id="5" name="">
            <a:extLst xmlns:a="http://schemas.openxmlformats.org/drawingml/2006/main">
              <a:ext uri="{FF2B5EF4-FFF2-40B4-BE49-F238E27FC236}">
                <a16:creationId xmlns:a16="http://schemas.microsoft.com/office/drawing/2014/main" id="{32A932F1-93C2-4A7F-B119-76781E7F85AF}"/>
              </a:ext>
            </a:extLst>
          </p:cNvPr>
          <p:cNvSpPr>
            <a:spLocks xmlns:a="http://schemas.openxmlformats.org/drawingml/2006/main" noGrp="1"/>
          </p:cNvSpPr>
          <p:nvPr/>
        </p:nvSpPr>
        <p:spPr>
          <a:xfrm xmlns:a="http://schemas.openxmlformats.org/drawingml/2006/main">
            <a:off x="495300" y="1619250"/>
            <a:ext cx="2209800" cy="1371600"/>
          </a:xfrm>
          <a:prstGeom xmlns:a="http://schemas.openxmlformats.org/drawingml/2006/main" prst="rect">
            <a:avLst/>
          </a:prstGeom>
          <a:solidFill xmlns:a="http://schemas.openxmlformats.org/drawingml/2006/main">
            <a:srgbClr val="30322F"/>
          </a:solidFill>
          <a:ln xmlns:a="http://schemas.openxmlformats.org/drawingml/2006/main" w="9525">
            <a:solidFill>
              <a:srgbClr val="666862"/>
            </a:solidFill>
            <a:prstDash val="solid"/>
          </a:ln>
        </p:spPr>
      </p:sp>
      <p:sp>
        <p:nvSpPr>
          <p:cNvPr id="6" name="">
            <a:extLst xmlns:a="http://schemas.openxmlformats.org/drawingml/2006/main">
              <a:ext uri="{FF2B5EF4-FFF2-40B4-BE49-F238E27FC236}">
                <a16:creationId xmlns:a16="http://schemas.microsoft.com/office/drawing/2014/main" id="{C955AF93-BCDC-4EEE-8A6F-167D842F8F02}"/>
              </a:ext>
            </a:extLst>
          </p:cNvPr>
          <p:cNvSpPr>
            <a:spLocks xmlns:a="http://schemas.openxmlformats.org/drawingml/2006/main" noGrp="1"/>
          </p:cNvSpPr>
          <p:nvPr/>
        </p:nvSpPr>
        <p:spPr>
          <a:xfrm xmlns:a="http://schemas.openxmlformats.org/drawingml/2006/main">
            <a:off x="628650" y="1752600"/>
            <a:ext cx="19431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563" b="1" i="0">
                <a:solidFill>
                  <a:srgbClr val="83A7A1"/>
                </a:solidFill>
                <a:latin typeface="Arial"/>
                <a:ea typeface="Arial"/>
                <a:cs typeface="Arial"/>
              </a:defRPr>
            </a:defPPr>
            <a:lvl1pPr algn="l">
              <a:defRPr sz="563" b="1" i="0">
                <a:solidFill>
                  <a:srgbClr val="83A7A1"/>
                </a:solidFill>
                <a:latin typeface="Arial"/>
                <a:ea typeface="Arial"/>
                <a:cs typeface="Arial"/>
              </a:defRPr>
            </a:lvl1pPr>
            <a:lvl2pPr algn="l">
              <a:defRPr sz="563" b="1" i="0">
                <a:solidFill>
                  <a:srgbClr val="83A7A1"/>
                </a:solidFill>
                <a:latin typeface="Arial"/>
                <a:ea typeface="Arial"/>
                <a:cs typeface="Arial"/>
              </a:defRPr>
            </a:lvl2pPr>
            <a:lvl3pPr algn="l">
              <a:defRPr sz="563" b="1" i="0">
                <a:solidFill>
                  <a:srgbClr val="83A7A1"/>
                </a:solidFill>
                <a:latin typeface="Arial"/>
                <a:ea typeface="Arial"/>
                <a:cs typeface="Arial"/>
              </a:defRPr>
            </a:lvl3pPr>
            <a:lvl4pPr algn="l">
              <a:defRPr sz="563" b="1" i="0">
                <a:solidFill>
                  <a:srgbClr val="83A7A1"/>
                </a:solidFill>
                <a:latin typeface="Arial"/>
                <a:ea typeface="Arial"/>
                <a:cs typeface="Arial"/>
              </a:defRPr>
            </a:lvl4pPr>
            <a:lvl5pPr algn="l">
              <a:defRPr sz="563" b="1" i="0">
                <a:solidFill>
                  <a:srgbClr val="83A7A1"/>
                </a:solidFill>
                <a:latin typeface="Arial"/>
                <a:ea typeface="Arial"/>
                <a:cs typeface="Arial"/>
              </a:defRPr>
            </a:lvl5pPr>
            <a:lvl6pPr algn="l">
              <a:defRPr sz="563" b="1" i="0">
                <a:solidFill>
                  <a:srgbClr val="83A7A1"/>
                </a:solidFill>
                <a:latin typeface="Arial"/>
                <a:ea typeface="Arial"/>
                <a:cs typeface="Arial"/>
              </a:defRPr>
            </a:lvl6pPr>
            <a:lvl7pPr algn="l">
              <a:defRPr sz="563" b="1" i="0">
                <a:solidFill>
                  <a:srgbClr val="83A7A1"/>
                </a:solidFill>
                <a:latin typeface="Arial"/>
                <a:ea typeface="Arial"/>
                <a:cs typeface="Arial"/>
              </a:defRPr>
            </a:lvl7pPr>
            <a:lvl8pPr algn="l">
              <a:defRPr sz="563" b="1" i="0">
                <a:solidFill>
                  <a:srgbClr val="83A7A1"/>
                </a:solidFill>
                <a:latin typeface="Arial"/>
                <a:ea typeface="Arial"/>
                <a:cs typeface="Arial"/>
              </a:defRPr>
            </a:lvl8pPr>
            <a:lvl9pPr algn="l">
              <a:defRPr sz="563" b="1" i="0">
                <a:solidFill>
                  <a:srgbClr val="83A7A1"/>
                </a:solidFill>
                <a:latin typeface="Arial"/>
                <a:ea typeface="Arial"/>
                <a:cs typeface="Arial"/>
              </a:defRPr>
            </a:lvl9pPr>
          </a:lstStyle>
          <a:p xmlns:a="http://schemas.openxmlformats.org/drawingml/2006/main">
            <a:pPr algn="l">
              <a:defRPr sz="563" b="1" i="0">
                <a:solidFill>
                  <a:srgbClr val="83A7A1"/>
                </a:solidFill>
                <a:latin typeface="Arial"/>
                <a:ea typeface="Arial"/>
                <a:cs typeface="Arial"/>
              </a:defRPr>
            </a:pPr>
            <a:r>
              <a:rPr sz="563" b="1" i="0">
                <a:solidFill>
                  <a:srgbClr val="83A7A1"/>
                </a:solidFill>
                <a:latin typeface="Arial"/>
                <a:ea typeface="Arial"/>
                <a:cs typeface="Arial"/>
              </a:rPr>
              <a:t>ASSET NEEDED</a:t>
            </a:r>
          </a:p>
        </p:txBody>
      </p:sp>
      <p:sp>
        <p:nvSpPr>
          <p:cNvPr id="7" name="">
            <a:extLst xmlns:a="http://schemas.openxmlformats.org/drawingml/2006/main">
              <a:ext uri="{FF2B5EF4-FFF2-40B4-BE49-F238E27FC236}">
                <a16:creationId xmlns:a16="http://schemas.microsoft.com/office/drawing/2014/main" id="{3251A864-056C-4BA9-94A0-51CF5B1CEA89}"/>
              </a:ext>
            </a:extLst>
          </p:cNvPr>
          <p:cNvSpPr>
            <a:spLocks xmlns:a="http://schemas.openxmlformats.org/drawingml/2006/main" noGrp="1"/>
          </p:cNvSpPr>
          <p:nvPr/>
        </p:nvSpPr>
        <p:spPr>
          <a:xfrm xmlns:a="http://schemas.openxmlformats.org/drawingml/2006/main">
            <a:off x="628650" y="2167890"/>
            <a:ext cx="1943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825" b="0" i="0">
                <a:solidFill>
                  <a:srgbClr val="EEEAE1"/>
                </a:solidFill>
                <a:latin typeface="Arial"/>
                <a:ea typeface="Arial"/>
                <a:cs typeface="Arial"/>
              </a:defRPr>
            </a:defPPr>
            <a:lvl1pPr algn="l">
              <a:defRPr sz="825" b="0" i="0">
                <a:solidFill>
                  <a:srgbClr val="EEEAE1"/>
                </a:solidFill>
                <a:latin typeface="Arial"/>
                <a:ea typeface="Arial"/>
                <a:cs typeface="Arial"/>
              </a:defRPr>
            </a:lvl1pPr>
            <a:lvl2pPr algn="l">
              <a:defRPr sz="825" b="0" i="0">
                <a:solidFill>
                  <a:srgbClr val="EEEAE1"/>
                </a:solidFill>
                <a:latin typeface="Arial"/>
                <a:ea typeface="Arial"/>
                <a:cs typeface="Arial"/>
              </a:defRPr>
            </a:lvl2pPr>
            <a:lvl3pPr algn="l">
              <a:defRPr sz="825" b="0" i="0">
                <a:solidFill>
                  <a:srgbClr val="EEEAE1"/>
                </a:solidFill>
                <a:latin typeface="Arial"/>
                <a:ea typeface="Arial"/>
                <a:cs typeface="Arial"/>
              </a:defRPr>
            </a:lvl3pPr>
            <a:lvl4pPr algn="l">
              <a:defRPr sz="825" b="0" i="0">
                <a:solidFill>
                  <a:srgbClr val="EEEAE1"/>
                </a:solidFill>
                <a:latin typeface="Arial"/>
                <a:ea typeface="Arial"/>
                <a:cs typeface="Arial"/>
              </a:defRPr>
            </a:lvl4pPr>
            <a:lvl5pPr algn="l">
              <a:defRPr sz="825" b="0" i="0">
                <a:solidFill>
                  <a:srgbClr val="EEEAE1"/>
                </a:solidFill>
                <a:latin typeface="Arial"/>
                <a:ea typeface="Arial"/>
                <a:cs typeface="Arial"/>
              </a:defRPr>
            </a:lvl5pPr>
            <a:lvl6pPr algn="l">
              <a:defRPr sz="825" b="0" i="0">
                <a:solidFill>
                  <a:srgbClr val="EEEAE1"/>
                </a:solidFill>
                <a:latin typeface="Arial"/>
                <a:ea typeface="Arial"/>
                <a:cs typeface="Arial"/>
              </a:defRPr>
            </a:lvl6pPr>
            <a:lvl7pPr algn="l">
              <a:defRPr sz="825" b="0" i="0">
                <a:solidFill>
                  <a:srgbClr val="EEEAE1"/>
                </a:solidFill>
                <a:latin typeface="Arial"/>
                <a:ea typeface="Arial"/>
                <a:cs typeface="Arial"/>
              </a:defRPr>
            </a:lvl7pPr>
            <a:lvl8pPr algn="l">
              <a:defRPr sz="825" b="0" i="0">
                <a:solidFill>
                  <a:srgbClr val="EEEAE1"/>
                </a:solidFill>
                <a:latin typeface="Arial"/>
                <a:ea typeface="Arial"/>
                <a:cs typeface="Arial"/>
              </a:defRPr>
            </a:lvl8pPr>
            <a:lvl9pPr algn="l">
              <a:defRPr sz="825" b="0" i="0">
                <a:solidFill>
                  <a:srgbClr val="EEEAE1"/>
                </a:solidFill>
                <a:latin typeface="Arial"/>
                <a:ea typeface="Arial"/>
                <a:cs typeface="Arial"/>
              </a:defRPr>
            </a:lvl9pPr>
          </a:lstStyle>
          <a:p xmlns:a="http://schemas.openxmlformats.org/drawingml/2006/main">
            <a:pPr algn="l">
              <a:defRPr sz="825" b="0" i="0">
                <a:solidFill>
                  <a:srgbClr val="EEEAE1"/>
                </a:solidFill>
                <a:latin typeface="Arial"/>
                <a:ea typeface="Arial"/>
                <a:cs typeface="Arial"/>
              </a:defRPr>
            </a:pPr>
            <a:r>
              <a:rPr sz="825" b="0" i="0">
                <a:solidFill>
                  <a:srgbClr val="EEEAE1"/>
                </a:solidFill>
                <a:latin typeface="Arial"/>
                <a:ea typeface="Arial"/>
                <a:cs typeface="Arial"/>
              </a:rPr>
              <a:t>state-01-dormant</a:t>
            </a:r>
          </a:p>
        </p:txBody>
      </p:sp>
      <p:sp>
        <p:nvSpPr>
          <p:cNvPr id="8" name="">
            <a:extLst xmlns:a="http://schemas.openxmlformats.org/drawingml/2006/main">
              <a:ext uri="{FF2B5EF4-FFF2-40B4-BE49-F238E27FC236}">
                <a16:creationId xmlns:a16="http://schemas.microsoft.com/office/drawing/2014/main" id="{F01B3879-6CDA-463D-A28E-FDB6AC843FCB}"/>
              </a:ext>
            </a:extLst>
          </p:cNvPr>
          <p:cNvSpPr>
            <a:spLocks xmlns:a="http://schemas.openxmlformats.org/drawingml/2006/main" noGrp="1"/>
          </p:cNvSpPr>
          <p:nvPr/>
        </p:nvSpPr>
        <p:spPr>
          <a:xfrm xmlns:a="http://schemas.openxmlformats.org/drawingml/2006/main">
            <a:off x="628650" y="2628900"/>
            <a:ext cx="1943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600" b="0" i="0">
                <a:solidFill>
                  <a:srgbClr val="BDBCB6"/>
                </a:solidFill>
                <a:latin typeface="Arial"/>
                <a:ea typeface="Arial"/>
                <a:cs typeface="Arial"/>
              </a:defRPr>
            </a:defPPr>
            <a:lvl1pPr algn="l">
              <a:defRPr sz="600" b="0" i="0">
                <a:solidFill>
                  <a:srgbClr val="BDBCB6"/>
                </a:solidFill>
                <a:latin typeface="Arial"/>
                <a:ea typeface="Arial"/>
                <a:cs typeface="Arial"/>
              </a:defRPr>
            </a:lvl1pPr>
            <a:lvl2pPr algn="l">
              <a:defRPr sz="600" b="0" i="0">
                <a:solidFill>
                  <a:srgbClr val="BDBCB6"/>
                </a:solidFill>
                <a:latin typeface="Arial"/>
                <a:ea typeface="Arial"/>
                <a:cs typeface="Arial"/>
              </a:defRPr>
            </a:lvl2pPr>
            <a:lvl3pPr algn="l">
              <a:defRPr sz="600" b="0" i="0">
                <a:solidFill>
                  <a:srgbClr val="BDBCB6"/>
                </a:solidFill>
                <a:latin typeface="Arial"/>
                <a:ea typeface="Arial"/>
                <a:cs typeface="Arial"/>
              </a:defRPr>
            </a:lvl3pPr>
            <a:lvl4pPr algn="l">
              <a:defRPr sz="600" b="0" i="0">
                <a:solidFill>
                  <a:srgbClr val="BDBCB6"/>
                </a:solidFill>
                <a:latin typeface="Arial"/>
                <a:ea typeface="Arial"/>
                <a:cs typeface="Arial"/>
              </a:defRPr>
            </a:lvl4pPr>
            <a:lvl5pPr algn="l">
              <a:defRPr sz="600" b="0" i="0">
                <a:solidFill>
                  <a:srgbClr val="BDBCB6"/>
                </a:solidFill>
                <a:latin typeface="Arial"/>
                <a:ea typeface="Arial"/>
                <a:cs typeface="Arial"/>
              </a:defRPr>
            </a:lvl5pPr>
            <a:lvl6pPr algn="l">
              <a:defRPr sz="600" b="0" i="0">
                <a:solidFill>
                  <a:srgbClr val="BDBCB6"/>
                </a:solidFill>
                <a:latin typeface="Arial"/>
                <a:ea typeface="Arial"/>
                <a:cs typeface="Arial"/>
              </a:defRPr>
            </a:lvl6pPr>
            <a:lvl7pPr algn="l">
              <a:defRPr sz="600" b="0" i="0">
                <a:solidFill>
                  <a:srgbClr val="BDBCB6"/>
                </a:solidFill>
                <a:latin typeface="Arial"/>
                <a:ea typeface="Arial"/>
                <a:cs typeface="Arial"/>
              </a:defRPr>
            </a:lvl7pPr>
            <a:lvl8pPr algn="l">
              <a:defRPr sz="600" b="0" i="0">
                <a:solidFill>
                  <a:srgbClr val="BDBCB6"/>
                </a:solidFill>
                <a:latin typeface="Arial"/>
                <a:ea typeface="Arial"/>
                <a:cs typeface="Arial"/>
              </a:defRPr>
            </a:lvl8pPr>
            <a:lvl9pPr algn="l">
              <a:defRPr sz="600" b="0" i="0">
                <a:solidFill>
                  <a:srgbClr val="BDBCB6"/>
                </a:solidFill>
                <a:latin typeface="Arial"/>
                <a:ea typeface="Arial"/>
                <a:cs typeface="Arial"/>
              </a:defRPr>
            </a:lvl9pPr>
          </a:lstStyle>
          <a:p xmlns:a="http://schemas.openxmlformats.org/drawingml/2006/main">
            <a:pPr algn="l">
              <a:defRPr sz="600" b="0" i="0">
                <a:solidFill>
                  <a:srgbClr val="BDBCB6"/>
                </a:solidFill>
                <a:latin typeface="Arial"/>
                <a:ea typeface="Arial"/>
                <a:cs typeface="Arial"/>
              </a:defRPr>
            </a:pPr>
            <a:r>
              <a:rPr sz="600" b="0" i="0">
                <a:solidFill>
                  <a:srgbClr val="BDBCB6"/>
                </a:solidFill>
                <a:latin typeface="Arial"/>
                <a:ea typeface="Arial"/>
                <a:cs typeface="Arial"/>
              </a:rPr>
              <a:t>16:10 interaction state</a:t>
            </a:r>
          </a:p>
        </p:txBody>
      </p:sp>
      <p:sp>
        <p:nvSpPr>
          <p:cNvPr id="9" name="">
            <a:extLst xmlns:a="http://schemas.openxmlformats.org/drawingml/2006/main">
              <a:ext uri="{FF2B5EF4-FFF2-40B4-BE49-F238E27FC236}">
                <a16:creationId xmlns:a16="http://schemas.microsoft.com/office/drawing/2014/main" id="{54690343-B116-41EC-ACEE-D40BBF3C04E3}"/>
              </a:ext>
            </a:extLst>
          </p:cNvPr>
          <p:cNvSpPr>
            <a:spLocks xmlns:a="http://schemas.openxmlformats.org/drawingml/2006/main" noGrp="1"/>
          </p:cNvSpPr>
          <p:nvPr/>
        </p:nvSpPr>
        <p:spPr>
          <a:xfrm xmlns:a="http://schemas.openxmlformats.org/drawingml/2006/main">
            <a:off x="495300" y="3143250"/>
            <a:ext cx="22098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773" b="0" i="0">
                <a:solidFill>
                  <a:srgbClr val="EEEAE1"/>
                </a:solidFill>
                <a:latin typeface="Arial"/>
                <a:ea typeface="Arial"/>
                <a:cs typeface="Arial"/>
              </a:defRPr>
            </a:defPPr>
            <a:lvl1pPr algn="l">
              <a:defRPr sz="773" b="0" i="0">
                <a:solidFill>
                  <a:srgbClr val="EEEAE1"/>
                </a:solidFill>
                <a:latin typeface="Arial"/>
                <a:ea typeface="Arial"/>
                <a:cs typeface="Arial"/>
              </a:defRPr>
            </a:lvl1pPr>
            <a:lvl2pPr algn="l">
              <a:defRPr sz="773" b="0" i="0">
                <a:solidFill>
                  <a:srgbClr val="EEEAE1"/>
                </a:solidFill>
                <a:latin typeface="Arial"/>
                <a:ea typeface="Arial"/>
                <a:cs typeface="Arial"/>
              </a:defRPr>
            </a:lvl2pPr>
            <a:lvl3pPr algn="l">
              <a:defRPr sz="773" b="0" i="0">
                <a:solidFill>
                  <a:srgbClr val="EEEAE1"/>
                </a:solidFill>
                <a:latin typeface="Arial"/>
                <a:ea typeface="Arial"/>
                <a:cs typeface="Arial"/>
              </a:defRPr>
            </a:lvl3pPr>
            <a:lvl4pPr algn="l">
              <a:defRPr sz="773" b="0" i="0">
                <a:solidFill>
                  <a:srgbClr val="EEEAE1"/>
                </a:solidFill>
                <a:latin typeface="Arial"/>
                <a:ea typeface="Arial"/>
                <a:cs typeface="Arial"/>
              </a:defRPr>
            </a:lvl4pPr>
            <a:lvl5pPr algn="l">
              <a:defRPr sz="773" b="0" i="0">
                <a:solidFill>
                  <a:srgbClr val="EEEAE1"/>
                </a:solidFill>
                <a:latin typeface="Arial"/>
                <a:ea typeface="Arial"/>
                <a:cs typeface="Arial"/>
              </a:defRPr>
            </a:lvl5pPr>
            <a:lvl6pPr algn="l">
              <a:defRPr sz="773" b="0" i="0">
                <a:solidFill>
                  <a:srgbClr val="EEEAE1"/>
                </a:solidFill>
                <a:latin typeface="Arial"/>
                <a:ea typeface="Arial"/>
                <a:cs typeface="Arial"/>
              </a:defRPr>
            </a:lvl6pPr>
            <a:lvl7pPr algn="l">
              <a:defRPr sz="773" b="0" i="0">
                <a:solidFill>
                  <a:srgbClr val="EEEAE1"/>
                </a:solidFill>
                <a:latin typeface="Arial"/>
                <a:ea typeface="Arial"/>
                <a:cs typeface="Arial"/>
              </a:defRPr>
            </a:lvl7pPr>
            <a:lvl8pPr algn="l">
              <a:defRPr sz="773" b="0" i="0">
                <a:solidFill>
                  <a:srgbClr val="EEEAE1"/>
                </a:solidFill>
                <a:latin typeface="Arial"/>
                <a:ea typeface="Arial"/>
                <a:cs typeface="Arial"/>
              </a:defRPr>
            </a:lvl8pPr>
            <a:lvl9pPr algn="l">
              <a:defRPr sz="773" b="0" i="0">
                <a:solidFill>
                  <a:srgbClr val="EEEAE1"/>
                </a:solidFill>
                <a:latin typeface="Arial"/>
                <a:ea typeface="Arial"/>
                <a:cs typeface="Arial"/>
              </a:defRPr>
            </a:lvl9pPr>
          </a:lstStyle>
          <a:p xmlns:a="http://schemas.openxmlformats.org/drawingml/2006/main">
            <a:pPr algn="l">
              <a:defRPr sz="773" b="0" i="0">
                <a:solidFill>
                  <a:srgbClr val="EEEAE1"/>
                </a:solidFill>
                <a:latin typeface="Arial"/>
                <a:ea typeface="Arial"/>
                <a:cs typeface="Arial"/>
              </a:defRPr>
            </a:pPr>
            <a:r>
              <a:rPr sz="773" b="0" i="0">
                <a:solidFill>
                  <a:srgbClr val="EEEAE1"/>
                </a:solidFill>
                <a:latin typeface="Arial"/>
                <a:ea typeface="Arial"/>
                <a:cs typeface="Arial"/>
              </a:rPr>
              <a:t>The figure remains quiet. The inner character walks slowly, the cables are inactive, and the sign displays '404 NOT FOUND'.</a:t>
            </a:r>
          </a:p>
        </p:txBody>
      </p:sp>
      <p:sp>
        <p:nvSpPr>
          <p:cNvPr id="10" name="">
            <a:extLst xmlns:a="http://schemas.openxmlformats.org/drawingml/2006/main">
              <a:ext uri="{FF2B5EF4-FFF2-40B4-BE49-F238E27FC236}">
                <a16:creationId xmlns:a16="http://schemas.microsoft.com/office/drawing/2014/main" id="{1245BB95-C800-4650-ABBB-09181DBF251E}"/>
              </a:ext>
            </a:extLst>
          </p:cNvPr>
          <p:cNvSpPr>
            <a:spLocks xmlns:a="http://schemas.openxmlformats.org/drawingml/2006/main" noGrp="1"/>
          </p:cNvSpPr>
          <p:nvPr/>
        </p:nvSpPr>
        <p:spPr>
          <a:xfrm xmlns:a="http://schemas.openxmlformats.org/drawingml/2006/main">
            <a:off x="2962275" y="1333500"/>
            <a:ext cx="323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750" b="1" i="0">
                <a:solidFill>
                  <a:srgbClr val="83A7A1"/>
                </a:solidFill>
                <a:latin typeface="Arial"/>
                <a:ea typeface="Arial"/>
                <a:cs typeface="Arial"/>
              </a:defRPr>
            </a:defPPr>
            <a:lvl1pPr algn="l">
              <a:defRPr sz="750" b="1" i="0">
                <a:solidFill>
                  <a:srgbClr val="83A7A1"/>
                </a:solidFill>
                <a:latin typeface="Arial"/>
                <a:ea typeface="Arial"/>
                <a:cs typeface="Arial"/>
              </a:defRPr>
            </a:lvl1pPr>
            <a:lvl2pPr algn="l">
              <a:defRPr sz="750" b="1" i="0">
                <a:solidFill>
                  <a:srgbClr val="83A7A1"/>
                </a:solidFill>
                <a:latin typeface="Arial"/>
                <a:ea typeface="Arial"/>
                <a:cs typeface="Arial"/>
              </a:defRPr>
            </a:lvl2pPr>
            <a:lvl3pPr algn="l">
              <a:defRPr sz="750" b="1" i="0">
                <a:solidFill>
                  <a:srgbClr val="83A7A1"/>
                </a:solidFill>
                <a:latin typeface="Arial"/>
                <a:ea typeface="Arial"/>
                <a:cs typeface="Arial"/>
              </a:defRPr>
            </a:lvl3pPr>
            <a:lvl4pPr algn="l">
              <a:defRPr sz="750" b="1" i="0">
                <a:solidFill>
                  <a:srgbClr val="83A7A1"/>
                </a:solidFill>
                <a:latin typeface="Arial"/>
                <a:ea typeface="Arial"/>
                <a:cs typeface="Arial"/>
              </a:defRPr>
            </a:lvl4pPr>
            <a:lvl5pPr algn="l">
              <a:defRPr sz="750" b="1" i="0">
                <a:solidFill>
                  <a:srgbClr val="83A7A1"/>
                </a:solidFill>
                <a:latin typeface="Arial"/>
                <a:ea typeface="Arial"/>
                <a:cs typeface="Arial"/>
              </a:defRPr>
            </a:lvl5pPr>
            <a:lvl6pPr algn="l">
              <a:defRPr sz="750" b="1" i="0">
                <a:solidFill>
                  <a:srgbClr val="83A7A1"/>
                </a:solidFill>
                <a:latin typeface="Arial"/>
                <a:ea typeface="Arial"/>
                <a:cs typeface="Arial"/>
              </a:defRPr>
            </a:lvl6pPr>
            <a:lvl7pPr algn="l">
              <a:defRPr sz="750" b="1" i="0">
                <a:solidFill>
                  <a:srgbClr val="83A7A1"/>
                </a:solidFill>
                <a:latin typeface="Arial"/>
                <a:ea typeface="Arial"/>
                <a:cs typeface="Arial"/>
              </a:defRPr>
            </a:lvl7pPr>
            <a:lvl8pPr algn="l">
              <a:defRPr sz="750" b="1" i="0">
                <a:solidFill>
                  <a:srgbClr val="83A7A1"/>
                </a:solidFill>
                <a:latin typeface="Arial"/>
                <a:ea typeface="Arial"/>
                <a:cs typeface="Arial"/>
              </a:defRPr>
            </a:lvl8pPr>
            <a:lvl9pPr algn="l">
              <a:defRPr sz="750" b="1" i="0">
                <a:solidFill>
                  <a:srgbClr val="83A7A1"/>
                </a:solidFill>
                <a:latin typeface="Arial"/>
                <a:ea typeface="Arial"/>
                <a:cs typeface="Arial"/>
              </a:defRPr>
            </a:lvl9pPr>
          </a:lstStyle>
          <a:p xmlns:a="http://schemas.openxmlformats.org/drawingml/2006/main">
            <a:pPr algn="l">
              <a:defRPr sz="750" b="1" i="0">
                <a:solidFill>
                  <a:srgbClr val="83A7A1"/>
                </a:solidFill>
                <a:latin typeface="Arial"/>
                <a:ea typeface="Arial"/>
                <a:cs typeface="Arial"/>
              </a:defRPr>
            </a:pPr>
            <a:r>
              <a:rPr sz="750" b="1" i="0">
                <a:solidFill>
                  <a:srgbClr val="83A7A1"/>
                </a:solidFill>
                <a:latin typeface="Arial"/>
                <a:ea typeface="Arial"/>
                <a:cs typeface="Arial"/>
              </a:rPr>
              <a:t>02</a:t>
            </a:r>
          </a:p>
        </p:txBody>
      </p:sp>
      <p:sp>
        <p:nvSpPr>
          <p:cNvPr id="11" name="">
            <a:extLst xmlns:a="http://schemas.openxmlformats.org/drawingml/2006/main">
              <a:ext uri="{FF2B5EF4-FFF2-40B4-BE49-F238E27FC236}">
                <a16:creationId xmlns:a16="http://schemas.microsoft.com/office/drawing/2014/main" id="{B9B3C821-CAAF-4E20-8468-2E908302F628}"/>
              </a:ext>
            </a:extLst>
          </p:cNvPr>
          <p:cNvSpPr>
            <a:spLocks xmlns:a="http://schemas.openxmlformats.org/drawingml/2006/main" noGrp="1"/>
          </p:cNvSpPr>
          <p:nvPr/>
        </p:nvSpPr>
        <p:spPr>
          <a:xfrm xmlns:a="http://schemas.openxmlformats.org/drawingml/2006/main">
            <a:off x="3362325" y="1333500"/>
            <a:ext cx="17335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750" b="1" i="0">
                <a:solidFill>
                  <a:srgbClr val="BDBCB6"/>
                </a:solidFill>
                <a:latin typeface="Arial"/>
                <a:ea typeface="Arial"/>
                <a:cs typeface="Arial"/>
              </a:defRPr>
            </a:defPPr>
            <a:lvl1pPr algn="l">
              <a:defRPr sz="750" b="1" i="0">
                <a:solidFill>
                  <a:srgbClr val="BDBCB6"/>
                </a:solidFill>
                <a:latin typeface="Arial"/>
                <a:ea typeface="Arial"/>
                <a:cs typeface="Arial"/>
              </a:defRPr>
            </a:lvl1pPr>
            <a:lvl2pPr algn="l">
              <a:defRPr sz="750" b="1" i="0">
                <a:solidFill>
                  <a:srgbClr val="BDBCB6"/>
                </a:solidFill>
                <a:latin typeface="Arial"/>
                <a:ea typeface="Arial"/>
                <a:cs typeface="Arial"/>
              </a:defRPr>
            </a:lvl2pPr>
            <a:lvl3pPr algn="l">
              <a:defRPr sz="750" b="1" i="0">
                <a:solidFill>
                  <a:srgbClr val="BDBCB6"/>
                </a:solidFill>
                <a:latin typeface="Arial"/>
                <a:ea typeface="Arial"/>
                <a:cs typeface="Arial"/>
              </a:defRPr>
            </a:lvl3pPr>
            <a:lvl4pPr algn="l">
              <a:defRPr sz="750" b="1" i="0">
                <a:solidFill>
                  <a:srgbClr val="BDBCB6"/>
                </a:solidFill>
                <a:latin typeface="Arial"/>
                <a:ea typeface="Arial"/>
                <a:cs typeface="Arial"/>
              </a:defRPr>
            </a:lvl4pPr>
            <a:lvl5pPr algn="l">
              <a:defRPr sz="750" b="1" i="0">
                <a:solidFill>
                  <a:srgbClr val="BDBCB6"/>
                </a:solidFill>
                <a:latin typeface="Arial"/>
                <a:ea typeface="Arial"/>
                <a:cs typeface="Arial"/>
              </a:defRPr>
            </a:lvl5pPr>
            <a:lvl6pPr algn="l">
              <a:defRPr sz="750" b="1" i="0">
                <a:solidFill>
                  <a:srgbClr val="BDBCB6"/>
                </a:solidFill>
                <a:latin typeface="Arial"/>
                <a:ea typeface="Arial"/>
                <a:cs typeface="Arial"/>
              </a:defRPr>
            </a:lvl6pPr>
            <a:lvl7pPr algn="l">
              <a:defRPr sz="750" b="1" i="0">
                <a:solidFill>
                  <a:srgbClr val="BDBCB6"/>
                </a:solidFill>
                <a:latin typeface="Arial"/>
                <a:ea typeface="Arial"/>
                <a:cs typeface="Arial"/>
              </a:defRPr>
            </a:lvl7pPr>
            <a:lvl8pPr algn="l">
              <a:defRPr sz="750" b="1" i="0">
                <a:solidFill>
                  <a:srgbClr val="BDBCB6"/>
                </a:solidFill>
                <a:latin typeface="Arial"/>
                <a:ea typeface="Arial"/>
                <a:cs typeface="Arial"/>
              </a:defRPr>
            </a:lvl8pPr>
            <a:lvl9pPr algn="l">
              <a:defRPr sz="750" b="1" i="0">
                <a:solidFill>
                  <a:srgbClr val="BDBCB6"/>
                </a:solidFill>
                <a:latin typeface="Arial"/>
                <a:ea typeface="Arial"/>
                <a:cs typeface="Arial"/>
              </a:defRPr>
            </a:lvl9pPr>
          </a:lstStyle>
          <a:p xmlns:a="http://schemas.openxmlformats.org/drawingml/2006/main">
            <a:pPr algn="l">
              <a:defRPr sz="750" b="1" i="0">
                <a:solidFill>
                  <a:srgbClr val="BDBCB6"/>
                </a:solidFill>
                <a:latin typeface="Arial"/>
                <a:ea typeface="Arial"/>
                <a:cs typeface="Arial"/>
              </a:defRPr>
            </a:pPr>
            <a:r>
              <a:rPr sz="750" b="1" i="0">
                <a:solidFill>
                  <a:srgbClr val="BDBCB6"/>
                </a:solidFill>
                <a:latin typeface="Arial"/>
                <a:ea typeface="Arial"/>
                <a:cs typeface="Arial"/>
              </a:rPr>
              <a:t>CONNECTED</a:t>
            </a:r>
          </a:p>
        </p:txBody>
      </p:sp>
      <p:sp>
        <p:nvSpPr>
          <p:cNvPr id="12" name="">
            <a:extLst xmlns:a="http://schemas.openxmlformats.org/drawingml/2006/main">
              <a:ext uri="{FF2B5EF4-FFF2-40B4-BE49-F238E27FC236}">
                <a16:creationId xmlns:a16="http://schemas.microsoft.com/office/drawing/2014/main" id="{5578A9AC-75CD-4956-A5F1-C14551B615FE}"/>
              </a:ext>
            </a:extLst>
          </p:cNvPr>
          <p:cNvSpPr>
            <a:spLocks xmlns:a="http://schemas.openxmlformats.org/drawingml/2006/main" noGrp="1"/>
          </p:cNvSpPr>
          <p:nvPr/>
        </p:nvSpPr>
        <p:spPr>
          <a:xfrm xmlns:a="http://schemas.openxmlformats.org/drawingml/2006/main">
            <a:off x="2962275" y="1619250"/>
            <a:ext cx="2209800" cy="1371600"/>
          </a:xfrm>
          <a:prstGeom xmlns:a="http://schemas.openxmlformats.org/drawingml/2006/main" prst="rect">
            <a:avLst/>
          </a:prstGeom>
          <a:solidFill xmlns:a="http://schemas.openxmlformats.org/drawingml/2006/main">
            <a:srgbClr val="30322F"/>
          </a:solidFill>
          <a:ln xmlns:a="http://schemas.openxmlformats.org/drawingml/2006/main" w="9525">
            <a:solidFill>
              <a:srgbClr val="666862"/>
            </a:solidFill>
            <a:prstDash val="solid"/>
          </a:ln>
        </p:spPr>
      </p:sp>
      <p:sp>
        <p:nvSpPr>
          <p:cNvPr id="13" name="">
            <a:extLst xmlns:a="http://schemas.openxmlformats.org/drawingml/2006/main">
              <a:ext uri="{FF2B5EF4-FFF2-40B4-BE49-F238E27FC236}">
                <a16:creationId xmlns:a16="http://schemas.microsoft.com/office/drawing/2014/main" id="{29D0343F-421D-4F3F-813C-CA5CC2FC060A}"/>
              </a:ext>
            </a:extLst>
          </p:cNvPr>
          <p:cNvSpPr>
            <a:spLocks xmlns:a="http://schemas.openxmlformats.org/drawingml/2006/main" noGrp="1"/>
          </p:cNvSpPr>
          <p:nvPr/>
        </p:nvSpPr>
        <p:spPr>
          <a:xfrm xmlns:a="http://schemas.openxmlformats.org/drawingml/2006/main">
            <a:off x="3095625" y="1752600"/>
            <a:ext cx="19431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563" b="1" i="0">
                <a:solidFill>
                  <a:srgbClr val="83A7A1"/>
                </a:solidFill>
                <a:latin typeface="Arial"/>
                <a:ea typeface="Arial"/>
                <a:cs typeface="Arial"/>
              </a:defRPr>
            </a:defPPr>
            <a:lvl1pPr algn="l">
              <a:defRPr sz="563" b="1" i="0">
                <a:solidFill>
                  <a:srgbClr val="83A7A1"/>
                </a:solidFill>
                <a:latin typeface="Arial"/>
                <a:ea typeface="Arial"/>
                <a:cs typeface="Arial"/>
              </a:defRPr>
            </a:lvl1pPr>
            <a:lvl2pPr algn="l">
              <a:defRPr sz="563" b="1" i="0">
                <a:solidFill>
                  <a:srgbClr val="83A7A1"/>
                </a:solidFill>
                <a:latin typeface="Arial"/>
                <a:ea typeface="Arial"/>
                <a:cs typeface="Arial"/>
              </a:defRPr>
            </a:lvl2pPr>
            <a:lvl3pPr algn="l">
              <a:defRPr sz="563" b="1" i="0">
                <a:solidFill>
                  <a:srgbClr val="83A7A1"/>
                </a:solidFill>
                <a:latin typeface="Arial"/>
                <a:ea typeface="Arial"/>
                <a:cs typeface="Arial"/>
              </a:defRPr>
            </a:lvl3pPr>
            <a:lvl4pPr algn="l">
              <a:defRPr sz="563" b="1" i="0">
                <a:solidFill>
                  <a:srgbClr val="83A7A1"/>
                </a:solidFill>
                <a:latin typeface="Arial"/>
                <a:ea typeface="Arial"/>
                <a:cs typeface="Arial"/>
              </a:defRPr>
            </a:lvl4pPr>
            <a:lvl5pPr algn="l">
              <a:defRPr sz="563" b="1" i="0">
                <a:solidFill>
                  <a:srgbClr val="83A7A1"/>
                </a:solidFill>
                <a:latin typeface="Arial"/>
                <a:ea typeface="Arial"/>
                <a:cs typeface="Arial"/>
              </a:defRPr>
            </a:lvl5pPr>
            <a:lvl6pPr algn="l">
              <a:defRPr sz="563" b="1" i="0">
                <a:solidFill>
                  <a:srgbClr val="83A7A1"/>
                </a:solidFill>
                <a:latin typeface="Arial"/>
                <a:ea typeface="Arial"/>
                <a:cs typeface="Arial"/>
              </a:defRPr>
            </a:lvl6pPr>
            <a:lvl7pPr algn="l">
              <a:defRPr sz="563" b="1" i="0">
                <a:solidFill>
                  <a:srgbClr val="83A7A1"/>
                </a:solidFill>
                <a:latin typeface="Arial"/>
                <a:ea typeface="Arial"/>
                <a:cs typeface="Arial"/>
              </a:defRPr>
            </a:lvl7pPr>
            <a:lvl8pPr algn="l">
              <a:defRPr sz="563" b="1" i="0">
                <a:solidFill>
                  <a:srgbClr val="83A7A1"/>
                </a:solidFill>
                <a:latin typeface="Arial"/>
                <a:ea typeface="Arial"/>
                <a:cs typeface="Arial"/>
              </a:defRPr>
            </a:lvl8pPr>
            <a:lvl9pPr algn="l">
              <a:defRPr sz="563" b="1" i="0">
                <a:solidFill>
                  <a:srgbClr val="83A7A1"/>
                </a:solidFill>
                <a:latin typeface="Arial"/>
                <a:ea typeface="Arial"/>
                <a:cs typeface="Arial"/>
              </a:defRPr>
            </a:lvl9pPr>
          </a:lstStyle>
          <a:p xmlns:a="http://schemas.openxmlformats.org/drawingml/2006/main">
            <a:pPr algn="l">
              <a:defRPr sz="563" b="1" i="0">
                <a:solidFill>
                  <a:srgbClr val="83A7A1"/>
                </a:solidFill>
                <a:latin typeface="Arial"/>
                <a:ea typeface="Arial"/>
                <a:cs typeface="Arial"/>
              </a:defRPr>
            </a:pPr>
            <a:r>
              <a:rPr sz="563" b="1" i="0">
                <a:solidFill>
                  <a:srgbClr val="83A7A1"/>
                </a:solidFill>
                <a:latin typeface="Arial"/>
                <a:ea typeface="Arial"/>
                <a:cs typeface="Arial"/>
              </a:rPr>
              <a:t>ASSET NEEDED</a:t>
            </a:r>
          </a:p>
        </p:txBody>
      </p:sp>
      <p:sp>
        <p:nvSpPr>
          <p:cNvPr id="14" name="">
            <a:extLst xmlns:a="http://schemas.openxmlformats.org/drawingml/2006/main">
              <a:ext uri="{FF2B5EF4-FFF2-40B4-BE49-F238E27FC236}">
                <a16:creationId xmlns:a16="http://schemas.microsoft.com/office/drawing/2014/main" id="{20671B85-AF86-4D9F-ADA1-BD6FA56AD35D}"/>
              </a:ext>
            </a:extLst>
          </p:cNvPr>
          <p:cNvSpPr>
            <a:spLocks xmlns:a="http://schemas.openxmlformats.org/drawingml/2006/main" noGrp="1"/>
          </p:cNvSpPr>
          <p:nvPr/>
        </p:nvSpPr>
        <p:spPr>
          <a:xfrm xmlns:a="http://schemas.openxmlformats.org/drawingml/2006/main">
            <a:off x="3095625" y="2167890"/>
            <a:ext cx="1943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825" b="0" i="0">
                <a:solidFill>
                  <a:srgbClr val="EEEAE1"/>
                </a:solidFill>
                <a:latin typeface="Arial"/>
                <a:ea typeface="Arial"/>
                <a:cs typeface="Arial"/>
              </a:defRPr>
            </a:defPPr>
            <a:lvl1pPr algn="l">
              <a:defRPr sz="825" b="0" i="0">
                <a:solidFill>
                  <a:srgbClr val="EEEAE1"/>
                </a:solidFill>
                <a:latin typeface="Arial"/>
                <a:ea typeface="Arial"/>
                <a:cs typeface="Arial"/>
              </a:defRPr>
            </a:lvl1pPr>
            <a:lvl2pPr algn="l">
              <a:defRPr sz="825" b="0" i="0">
                <a:solidFill>
                  <a:srgbClr val="EEEAE1"/>
                </a:solidFill>
                <a:latin typeface="Arial"/>
                <a:ea typeface="Arial"/>
                <a:cs typeface="Arial"/>
              </a:defRPr>
            </a:lvl2pPr>
            <a:lvl3pPr algn="l">
              <a:defRPr sz="825" b="0" i="0">
                <a:solidFill>
                  <a:srgbClr val="EEEAE1"/>
                </a:solidFill>
                <a:latin typeface="Arial"/>
                <a:ea typeface="Arial"/>
                <a:cs typeface="Arial"/>
              </a:defRPr>
            </a:lvl3pPr>
            <a:lvl4pPr algn="l">
              <a:defRPr sz="825" b="0" i="0">
                <a:solidFill>
                  <a:srgbClr val="EEEAE1"/>
                </a:solidFill>
                <a:latin typeface="Arial"/>
                <a:ea typeface="Arial"/>
                <a:cs typeface="Arial"/>
              </a:defRPr>
            </a:lvl4pPr>
            <a:lvl5pPr algn="l">
              <a:defRPr sz="825" b="0" i="0">
                <a:solidFill>
                  <a:srgbClr val="EEEAE1"/>
                </a:solidFill>
                <a:latin typeface="Arial"/>
                <a:ea typeface="Arial"/>
                <a:cs typeface="Arial"/>
              </a:defRPr>
            </a:lvl5pPr>
            <a:lvl6pPr algn="l">
              <a:defRPr sz="825" b="0" i="0">
                <a:solidFill>
                  <a:srgbClr val="EEEAE1"/>
                </a:solidFill>
                <a:latin typeface="Arial"/>
                <a:ea typeface="Arial"/>
                <a:cs typeface="Arial"/>
              </a:defRPr>
            </a:lvl6pPr>
            <a:lvl7pPr algn="l">
              <a:defRPr sz="825" b="0" i="0">
                <a:solidFill>
                  <a:srgbClr val="EEEAE1"/>
                </a:solidFill>
                <a:latin typeface="Arial"/>
                <a:ea typeface="Arial"/>
                <a:cs typeface="Arial"/>
              </a:defRPr>
            </a:lvl7pPr>
            <a:lvl8pPr algn="l">
              <a:defRPr sz="825" b="0" i="0">
                <a:solidFill>
                  <a:srgbClr val="EEEAE1"/>
                </a:solidFill>
                <a:latin typeface="Arial"/>
                <a:ea typeface="Arial"/>
                <a:cs typeface="Arial"/>
              </a:defRPr>
            </a:lvl8pPr>
            <a:lvl9pPr algn="l">
              <a:defRPr sz="825" b="0" i="0">
                <a:solidFill>
                  <a:srgbClr val="EEEAE1"/>
                </a:solidFill>
                <a:latin typeface="Arial"/>
                <a:ea typeface="Arial"/>
                <a:cs typeface="Arial"/>
              </a:defRPr>
            </a:lvl9pPr>
          </a:lstStyle>
          <a:p xmlns:a="http://schemas.openxmlformats.org/drawingml/2006/main">
            <a:pPr algn="l">
              <a:defRPr sz="825" b="0" i="0">
                <a:solidFill>
                  <a:srgbClr val="EEEAE1"/>
                </a:solidFill>
                <a:latin typeface="Arial"/>
                <a:ea typeface="Arial"/>
                <a:cs typeface="Arial"/>
              </a:defRPr>
            </a:pPr>
            <a:r>
              <a:rPr sz="825" b="0" i="0">
                <a:solidFill>
                  <a:srgbClr val="EEEAE1"/>
                </a:solidFill>
                <a:latin typeface="Arial"/>
                <a:ea typeface="Arial"/>
                <a:cs typeface="Arial"/>
              </a:rPr>
              <a:t>state-02-connected</a:t>
            </a:r>
          </a:p>
        </p:txBody>
      </p:sp>
      <p:sp>
        <p:nvSpPr>
          <p:cNvPr id="15" name="">
            <a:extLst xmlns:a="http://schemas.openxmlformats.org/drawingml/2006/main">
              <a:ext uri="{FF2B5EF4-FFF2-40B4-BE49-F238E27FC236}">
                <a16:creationId xmlns:a16="http://schemas.microsoft.com/office/drawing/2014/main" id="{07A1BA20-82E0-4BBD-9AB0-CDF88BD66752}"/>
              </a:ext>
            </a:extLst>
          </p:cNvPr>
          <p:cNvSpPr>
            <a:spLocks xmlns:a="http://schemas.openxmlformats.org/drawingml/2006/main" noGrp="1"/>
          </p:cNvSpPr>
          <p:nvPr/>
        </p:nvSpPr>
        <p:spPr>
          <a:xfrm xmlns:a="http://schemas.openxmlformats.org/drawingml/2006/main">
            <a:off x="3095625" y="2628900"/>
            <a:ext cx="1943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600" b="0" i="0">
                <a:solidFill>
                  <a:srgbClr val="BDBCB6"/>
                </a:solidFill>
                <a:latin typeface="Arial"/>
                <a:ea typeface="Arial"/>
                <a:cs typeface="Arial"/>
              </a:defRPr>
            </a:defPPr>
            <a:lvl1pPr algn="l">
              <a:defRPr sz="600" b="0" i="0">
                <a:solidFill>
                  <a:srgbClr val="BDBCB6"/>
                </a:solidFill>
                <a:latin typeface="Arial"/>
                <a:ea typeface="Arial"/>
                <a:cs typeface="Arial"/>
              </a:defRPr>
            </a:lvl1pPr>
            <a:lvl2pPr algn="l">
              <a:defRPr sz="600" b="0" i="0">
                <a:solidFill>
                  <a:srgbClr val="BDBCB6"/>
                </a:solidFill>
                <a:latin typeface="Arial"/>
                <a:ea typeface="Arial"/>
                <a:cs typeface="Arial"/>
              </a:defRPr>
            </a:lvl2pPr>
            <a:lvl3pPr algn="l">
              <a:defRPr sz="600" b="0" i="0">
                <a:solidFill>
                  <a:srgbClr val="BDBCB6"/>
                </a:solidFill>
                <a:latin typeface="Arial"/>
                <a:ea typeface="Arial"/>
                <a:cs typeface="Arial"/>
              </a:defRPr>
            </a:lvl3pPr>
            <a:lvl4pPr algn="l">
              <a:defRPr sz="600" b="0" i="0">
                <a:solidFill>
                  <a:srgbClr val="BDBCB6"/>
                </a:solidFill>
                <a:latin typeface="Arial"/>
                <a:ea typeface="Arial"/>
                <a:cs typeface="Arial"/>
              </a:defRPr>
            </a:lvl4pPr>
            <a:lvl5pPr algn="l">
              <a:defRPr sz="600" b="0" i="0">
                <a:solidFill>
                  <a:srgbClr val="BDBCB6"/>
                </a:solidFill>
                <a:latin typeface="Arial"/>
                <a:ea typeface="Arial"/>
                <a:cs typeface="Arial"/>
              </a:defRPr>
            </a:lvl5pPr>
            <a:lvl6pPr algn="l">
              <a:defRPr sz="600" b="0" i="0">
                <a:solidFill>
                  <a:srgbClr val="BDBCB6"/>
                </a:solidFill>
                <a:latin typeface="Arial"/>
                <a:ea typeface="Arial"/>
                <a:cs typeface="Arial"/>
              </a:defRPr>
            </a:lvl6pPr>
            <a:lvl7pPr algn="l">
              <a:defRPr sz="600" b="0" i="0">
                <a:solidFill>
                  <a:srgbClr val="BDBCB6"/>
                </a:solidFill>
                <a:latin typeface="Arial"/>
                <a:ea typeface="Arial"/>
                <a:cs typeface="Arial"/>
              </a:defRPr>
            </a:lvl7pPr>
            <a:lvl8pPr algn="l">
              <a:defRPr sz="600" b="0" i="0">
                <a:solidFill>
                  <a:srgbClr val="BDBCB6"/>
                </a:solidFill>
                <a:latin typeface="Arial"/>
                <a:ea typeface="Arial"/>
                <a:cs typeface="Arial"/>
              </a:defRPr>
            </a:lvl8pPr>
            <a:lvl9pPr algn="l">
              <a:defRPr sz="600" b="0" i="0">
                <a:solidFill>
                  <a:srgbClr val="BDBCB6"/>
                </a:solidFill>
                <a:latin typeface="Arial"/>
                <a:ea typeface="Arial"/>
                <a:cs typeface="Arial"/>
              </a:defRPr>
            </a:lvl9pPr>
          </a:lstStyle>
          <a:p xmlns:a="http://schemas.openxmlformats.org/drawingml/2006/main">
            <a:pPr algn="l">
              <a:defRPr sz="600" b="0" i="0">
                <a:solidFill>
                  <a:srgbClr val="BDBCB6"/>
                </a:solidFill>
                <a:latin typeface="Arial"/>
                <a:ea typeface="Arial"/>
                <a:cs typeface="Arial"/>
              </a:defRPr>
            </a:pPr>
            <a:r>
              <a:rPr sz="600" b="0" i="0">
                <a:solidFill>
                  <a:srgbClr val="BDBCB6"/>
                </a:solidFill>
                <a:latin typeface="Arial"/>
                <a:ea typeface="Arial"/>
                <a:cs typeface="Arial"/>
              </a:rPr>
              <a:t>16:10 interaction state</a:t>
            </a:r>
          </a:p>
        </p:txBody>
      </p:sp>
      <p:sp>
        <p:nvSpPr>
          <p:cNvPr id="16" name="">
            <a:extLst xmlns:a="http://schemas.openxmlformats.org/drawingml/2006/main">
              <a:ext uri="{FF2B5EF4-FFF2-40B4-BE49-F238E27FC236}">
                <a16:creationId xmlns:a16="http://schemas.microsoft.com/office/drawing/2014/main" id="{45928D14-E762-4E94-BEC5-9147D99B40B8}"/>
              </a:ext>
            </a:extLst>
          </p:cNvPr>
          <p:cNvSpPr>
            <a:spLocks xmlns:a="http://schemas.openxmlformats.org/drawingml/2006/main" noGrp="1"/>
          </p:cNvSpPr>
          <p:nvPr/>
        </p:nvSpPr>
        <p:spPr>
          <a:xfrm xmlns:a="http://schemas.openxmlformats.org/drawingml/2006/main">
            <a:off x="2962275" y="3143250"/>
            <a:ext cx="22098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773" b="0" i="0">
                <a:solidFill>
                  <a:srgbClr val="EEEAE1"/>
                </a:solidFill>
                <a:latin typeface="Arial"/>
                <a:ea typeface="Arial"/>
                <a:cs typeface="Arial"/>
              </a:defRPr>
            </a:defPPr>
            <a:lvl1pPr algn="l">
              <a:defRPr sz="773" b="0" i="0">
                <a:solidFill>
                  <a:srgbClr val="EEEAE1"/>
                </a:solidFill>
                <a:latin typeface="Arial"/>
                <a:ea typeface="Arial"/>
                <a:cs typeface="Arial"/>
              </a:defRPr>
            </a:lvl1pPr>
            <a:lvl2pPr algn="l">
              <a:defRPr sz="773" b="0" i="0">
                <a:solidFill>
                  <a:srgbClr val="EEEAE1"/>
                </a:solidFill>
                <a:latin typeface="Arial"/>
                <a:ea typeface="Arial"/>
                <a:cs typeface="Arial"/>
              </a:defRPr>
            </a:lvl2pPr>
            <a:lvl3pPr algn="l">
              <a:defRPr sz="773" b="0" i="0">
                <a:solidFill>
                  <a:srgbClr val="EEEAE1"/>
                </a:solidFill>
                <a:latin typeface="Arial"/>
                <a:ea typeface="Arial"/>
                <a:cs typeface="Arial"/>
              </a:defRPr>
            </a:lvl3pPr>
            <a:lvl4pPr algn="l">
              <a:defRPr sz="773" b="0" i="0">
                <a:solidFill>
                  <a:srgbClr val="EEEAE1"/>
                </a:solidFill>
                <a:latin typeface="Arial"/>
                <a:ea typeface="Arial"/>
                <a:cs typeface="Arial"/>
              </a:defRPr>
            </a:lvl4pPr>
            <a:lvl5pPr algn="l">
              <a:defRPr sz="773" b="0" i="0">
                <a:solidFill>
                  <a:srgbClr val="EEEAE1"/>
                </a:solidFill>
                <a:latin typeface="Arial"/>
                <a:ea typeface="Arial"/>
                <a:cs typeface="Arial"/>
              </a:defRPr>
            </a:lvl5pPr>
            <a:lvl6pPr algn="l">
              <a:defRPr sz="773" b="0" i="0">
                <a:solidFill>
                  <a:srgbClr val="EEEAE1"/>
                </a:solidFill>
                <a:latin typeface="Arial"/>
                <a:ea typeface="Arial"/>
                <a:cs typeface="Arial"/>
              </a:defRPr>
            </a:lvl6pPr>
            <a:lvl7pPr algn="l">
              <a:defRPr sz="773" b="0" i="0">
                <a:solidFill>
                  <a:srgbClr val="EEEAE1"/>
                </a:solidFill>
                <a:latin typeface="Arial"/>
                <a:ea typeface="Arial"/>
                <a:cs typeface="Arial"/>
              </a:defRPr>
            </a:lvl7pPr>
            <a:lvl8pPr algn="l">
              <a:defRPr sz="773" b="0" i="0">
                <a:solidFill>
                  <a:srgbClr val="EEEAE1"/>
                </a:solidFill>
                <a:latin typeface="Arial"/>
                <a:ea typeface="Arial"/>
                <a:cs typeface="Arial"/>
              </a:defRPr>
            </a:lvl8pPr>
            <a:lvl9pPr algn="l">
              <a:defRPr sz="773" b="0" i="0">
                <a:solidFill>
                  <a:srgbClr val="EEEAE1"/>
                </a:solidFill>
                <a:latin typeface="Arial"/>
                <a:ea typeface="Arial"/>
                <a:cs typeface="Arial"/>
              </a:defRPr>
            </a:lvl9pPr>
          </a:lstStyle>
          <a:p xmlns:a="http://schemas.openxmlformats.org/drawingml/2006/main">
            <a:pPr algn="l">
              <a:defRPr sz="773" b="0" i="0">
                <a:solidFill>
                  <a:srgbClr val="EEEAE1"/>
                </a:solidFill>
                <a:latin typeface="Arial"/>
                <a:ea typeface="Arial"/>
                <a:cs typeface="Arial"/>
              </a:defRPr>
            </a:pPr>
            <a:r>
              <a:rPr sz="773" b="0" i="0">
                <a:solidFill>
                  <a:srgbClr val="EEEAE1"/>
                </a:solidFill>
                <a:latin typeface="Arial"/>
                <a:ea typeface="Arial"/>
                <a:cs typeface="Arial"/>
              </a:rPr>
              <a:t>Scrolling activates the cables and introduces the first fragments of external information.</a:t>
            </a:r>
          </a:p>
        </p:txBody>
      </p:sp>
      <p:sp>
        <p:nvSpPr>
          <p:cNvPr id="17" name="">
            <a:extLst xmlns:a="http://schemas.openxmlformats.org/drawingml/2006/main">
              <a:ext uri="{FF2B5EF4-FFF2-40B4-BE49-F238E27FC236}">
                <a16:creationId xmlns:a16="http://schemas.microsoft.com/office/drawing/2014/main" id="{CAC0D738-439F-4EAA-ADCC-4C03068F8E5D}"/>
              </a:ext>
            </a:extLst>
          </p:cNvPr>
          <p:cNvSpPr>
            <a:spLocks xmlns:a="http://schemas.openxmlformats.org/drawingml/2006/main" noGrp="1"/>
          </p:cNvSpPr>
          <p:nvPr/>
        </p:nvSpPr>
        <p:spPr>
          <a:xfrm xmlns:a="http://schemas.openxmlformats.org/drawingml/2006/main">
            <a:off x="5429250" y="1333500"/>
            <a:ext cx="323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750" b="1" i="0">
                <a:solidFill>
                  <a:srgbClr val="83A7A1"/>
                </a:solidFill>
                <a:latin typeface="Arial"/>
                <a:ea typeface="Arial"/>
                <a:cs typeface="Arial"/>
              </a:defRPr>
            </a:defPPr>
            <a:lvl1pPr algn="l">
              <a:defRPr sz="750" b="1" i="0">
                <a:solidFill>
                  <a:srgbClr val="83A7A1"/>
                </a:solidFill>
                <a:latin typeface="Arial"/>
                <a:ea typeface="Arial"/>
                <a:cs typeface="Arial"/>
              </a:defRPr>
            </a:lvl1pPr>
            <a:lvl2pPr algn="l">
              <a:defRPr sz="750" b="1" i="0">
                <a:solidFill>
                  <a:srgbClr val="83A7A1"/>
                </a:solidFill>
                <a:latin typeface="Arial"/>
                <a:ea typeface="Arial"/>
                <a:cs typeface="Arial"/>
              </a:defRPr>
            </a:lvl2pPr>
            <a:lvl3pPr algn="l">
              <a:defRPr sz="750" b="1" i="0">
                <a:solidFill>
                  <a:srgbClr val="83A7A1"/>
                </a:solidFill>
                <a:latin typeface="Arial"/>
                <a:ea typeface="Arial"/>
                <a:cs typeface="Arial"/>
              </a:defRPr>
            </a:lvl3pPr>
            <a:lvl4pPr algn="l">
              <a:defRPr sz="750" b="1" i="0">
                <a:solidFill>
                  <a:srgbClr val="83A7A1"/>
                </a:solidFill>
                <a:latin typeface="Arial"/>
                <a:ea typeface="Arial"/>
                <a:cs typeface="Arial"/>
              </a:defRPr>
            </a:lvl4pPr>
            <a:lvl5pPr algn="l">
              <a:defRPr sz="750" b="1" i="0">
                <a:solidFill>
                  <a:srgbClr val="83A7A1"/>
                </a:solidFill>
                <a:latin typeface="Arial"/>
                <a:ea typeface="Arial"/>
                <a:cs typeface="Arial"/>
              </a:defRPr>
            </a:lvl5pPr>
            <a:lvl6pPr algn="l">
              <a:defRPr sz="750" b="1" i="0">
                <a:solidFill>
                  <a:srgbClr val="83A7A1"/>
                </a:solidFill>
                <a:latin typeface="Arial"/>
                <a:ea typeface="Arial"/>
                <a:cs typeface="Arial"/>
              </a:defRPr>
            </a:lvl6pPr>
            <a:lvl7pPr algn="l">
              <a:defRPr sz="750" b="1" i="0">
                <a:solidFill>
                  <a:srgbClr val="83A7A1"/>
                </a:solidFill>
                <a:latin typeface="Arial"/>
                <a:ea typeface="Arial"/>
                <a:cs typeface="Arial"/>
              </a:defRPr>
            </a:lvl7pPr>
            <a:lvl8pPr algn="l">
              <a:defRPr sz="750" b="1" i="0">
                <a:solidFill>
                  <a:srgbClr val="83A7A1"/>
                </a:solidFill>
                <a:latin typeface="Arial"/>
                <a:ea typeface="Arial"/>
                <a:cs typeface="Arial"/>
              </a:defRPr>
            </a:lvl8pPr>
            <a:lvl9pPr algn="l">
              <a:defRPr sz="750" b="1" i="0">
                <a:solidFill>
                  <a:srgbClr val="83A7A1"/>
                </a:solidFill>
                <a:latin typeface="Arial"/>
                <a:ea typeface="Arial"/>
                <a:cs typeface="Arial"/>
              </a:defRPr>
            </a:lvl9pPr>
          </a:lstStyle>
          <a:p xmlns:a="http://schemas.openxmlformats.org/drawingml/2006/main">
            <a:pPr algn="l">
              <a:defRPr sz="750" b="1" i="0">
                <a:solidFill>
                  <a:srgbClr val="83A7A1"/>
                </a:solidFill>
                <a:latin typeface="Arial"/>
                <a:ea typeface="Arial"/>
                <a:cs typeface="Arial"/>
              </a:defRPr>
            </a:pPr>
            <a:r>
              <a:rPr sz="750" b="1" i="0">
                <a:solidFill>
                  <a:srgbClr val="83A7A1"/>
                </a:solidFill>
                <a:latin typeface="Arial"/>
                <a:ea typeface="Arial"/>
                <a:cs typeface="Arial"/>
              </a:rPr>
              <a:t>03</a:t>
            </a:r>
          </a:p>
        </p:txBody>
      </p:sp>
      <p:sp>
        <p:nvSpPr>
          <p:cNvPr id="18" name="">
            <a:extLst xmlns:a="http://schemas.openxmlformats.org/drawingml/2006/main">
              <a:ext uri="{FF2B5EF4-FFF2-40B4-BE49-F238E27FC236}">
                <a16:creationId xmlns:a16="http://schemas.microsoft.com/office/drawing/2014/main" id="{DAB0A436-79C2-461D-AECF-5D14A340AA71}"/>
              </a:ext>
            </a:extLst>
          </p:cNvPr>
          <p:cNvSpPr>
            <a:spLocks xmlns:a="http://schemas.openxmlformats.org/drawingml/2006/main" noGrp="1"/>
          </p:cNvSpPr>
          <p:nvPr/>
        </p:nvSpPr>
        <p:spPr>
          <a:xfrm xmlns:a="http://schemas.openxmlformats.org/drawingml/2006/main">
            <a:off x="5829300" y="1333500"/>
            <a:ext cx="17335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750" b="1" i="0">
                <a:solidFill>
                  <a:srgbClr val="BDBCB6"/>
                </a:solidFill>
                <a:latin typeface="Arial"/>
                <a:ea typeface="Arial"/>
                <a:cs typeface="Arial"/>
              </a:defRPr>
            </a:defPPr>
            <a:lvl1pPr algn="l">
              <a:defRPr sz="750" b="1" i="0">
                <a:solidFill>
                  <a:srgbClr val="BDBCB6"/>
                </a:solidFill>
                <a:latin typeface="Arial"/>
                <a:ea typeface="Arial"/>
                <a:cs typeface="Arial"/>
              </a:defRPr>
            </a:lvl1pPr>
            <a:lvl2pPr algn="l">
              <a:defRPr sz="750" b="1" i="0">
                <a:solidFill>
                  <a:srgbClr val="BDBCB6"/>
                </a:solidFill>
                <a:latin typeface="Arial"/>
                <a:ea typeface="Arial"/>
                <a:cs typeface="Arial"/>
              </a:defRPr>
            </a:lvl2pPr>
            <a:lvl3pPr algn="l">
              <a:defRPr sz="750" b="1" i="0">
                <a:solidFill>
                  <a:srgbClr val="BDBCB6"/>
                </a:solidFill>
                <a:latin typeface="Arial"/>
                <a:ea typeface="Arial"/>
                <a:cs typeface="Arial"/>
              </a:defRPr>
            </a:lvl3pPr>
            <a:lvl4pPr algn="l">
              <a:defRPr sz="750" b="1" i="0">
                <a:solidFill>
                  <a:srgbClr val="BDBCB6"/>
                </a:solidFill>
                <a:latin typeface="Arial"/>
                <a:ea typeface="Arial"/>
                <a:cs typeface="Arial"/>
              </a:defRPr>
            </a:lvl4pPr>
            <a:lvl5pPr algn="l">
              <a:defRPr sz="750" b="1" i="0">
                <a:solidFill>
                  <a:srgbClr val="BDBCB6"/>
                </a:solidFill>
                <a:latin typeface="Arial"/>
                <a:ea typeface="Arial"/>
                <a:cs typeface="Arial"/>
              </a:defRPr>
            </a:lvl5pPr>
            <a:lvl6pPr algn="l">
              <a:defRPr sz="750" b="1" i="0">
                <a:solidFill>
                  <a:srgbClr val="BDBCB6"/>
                </a:solidFill>
                <a:latin typeface="Arial"/>
                <a:ea typeface="Arial"/>
                <a:cs typeface="Arial"/>
              </a:defRPr>
            </a:lvl6pPr>
            <a:lvl7pPr algn="l">
              <a:defRPr sz="750" b="1" i="0">
                <a:solidFill>
                  <a:srgbClr val="BDBCB6"/>
                </a:solidFill>
                <a:latin typeface="Arial"/>
                <a:ea typeface="Arial"/>
                <a:cs typeface="Arial"/>
              </a:defRPr>
            </a:lvl7pPr>
            <a:lvl8pPr algn="l">
              <a:defRPr sz="750" b="1" i="0">
                <a:solidFill>
                  <a:srgbClr val="BDBCB6"/>
                </a:solidFill>
                <a:latin typeface="Arial"/>
                <a:ea typeface="Arial"/>
                <a:cs typeface="Arial"/>
              </a:defRPr>
            </a:lvl8pPr>
            <a:lvl9pPr algn="l">
              <a:defRPr sz="750" b="1" i="0">
                <a:solidFill>
                  <a:srgbClr val="BDBCB6"/>
                </a:solidFill>
                <a:latin typeface="Arial"/>
                <a:ea typeface="Arial"/>
                <a:cs typeface="Arial"/>
              </a:defRPr>
            </a:lvl9pPr>
          </a:lstStyle>
          <a:p xmlns:a="http://schemas.openxmlformats.org/drawingml/2006/main">
            <a:pPr algn="l">
              <a:defRPr sz="750" b="1" i="0">
                <a:solidFill>
                  <a:srgbClr val="BDBCB6"/>
                </a:solidFill>
                <a:latin typeface="Arial"/>
                <a:ea typeface="Arial"/>
                <a:cs typeface="Arial"/>
              </a:defRPr>
            </a:pPr>
            <a:r>
              <a:rPr sz="750" b="1" i="0">
                <a:solidFill>
                  <a:srgbClr val="BDBCB6"/>
                </a:solidFill>
                <a:latin typeface="Arial"/>
                <a:ea typeface="Arial"/>
                <a:cs typeface="Arial"/>
              </a:rPr>
              <a:t>OVERLOADED</a:t>
            </a:r>
          </a:p>
        </p:txBody>
      </p:sp>
      <p:sp>
        <p:nvSpPr>
          <p:cNvPr id="19" name="">
            <a:extLst xmlns:a="http://schemas.openxmlformats.org/drawingml/2006/main">
              <a:ext uri="{FF2B5EF4-FFF2-40B4-BE49-F238E27FC236}">
                <a16:creationId xmlns:a16="http://schemas.microsoft.com/office/drawing/2014/main" id="{BA86B19E-97F5-4A4C-8946-223451949C1D}"/>
              </a:ext>
            </a:extLst>
          </p:cNvPr>
          <p:cNvSpPr>
            <a:spLocks xmlns:a="http://schemas.openxmlformats.org/drawingml/2006/main" noGrp="1"/>
          </p:cNvSpPr>
          <p:nvPr/>
        </p:nvSpPr>
        <p:spPr>
          <a:xfrm xmlns:a="http://schemas.openxmlformats.org/drawingml/2006/main">
            <a:off x="5429250" y="1619250"/>
            <a:ext cx="2209800" cy="1371600"/>
          </a:xfrm>
          <a:prstGeom xmlns:a="http://schemas.openxmlformats.org/drawingml/2006/main" prst="rect">
            <a:avLst/>
          </a:prstGeom>
          <a:solidFill xmlns:a="http://schemas.openxmlformats.org/drawingml/2006/main">
            <a:srgbClr val="30322F"/>
          </a:solidFill>
          <a:ln xmlns:a="http://schemas.openxmlformats.org/drawingml/2006/main" w="9525">
            <a:solidFill>
              <a:srgbClr val="666862"/>
            </a:solidFill>
            <a:prstDash val="solid"/>
          </a:ln>
        </p:spPr>
      </p:sp>
      <p:sp>
        <p:nvSpPr>
          <p:cNvPr id="20" name="">
            <a:extLst xmlns:a="http://schemas.openxmlformats.org/drawingml/2006/main">
              <a:ext uri="{FF2B5EF4-FFF2-40B4-BE49-F238E27FC236}">
                <a16:creationId xmlns:a16="http://schemas.microsoft.com/office/drawing/2014/main" id="{E9542551-EAE6-4AC4-BAEF-BC9530C76726}"/>
              </a:ext>
            </a:extLst>
          </p:cNvPr>
          <p:cNvSpPr>
            <a:spLocks xmlns:a="http://schemas.openxmlformats.org/drawingml/2006/main" noGrp="1"/>
          </p:cNvSpPr>
          <p:nvPr/>
        </p:nvSpPr>
        <p:spPr>
          <a:xfrm xmlns:a="http://schemas.openxmlformats.org/drawingml/2006/main">
            <a:off x="5562600" y="1752600"/>
            <a:ext cx="19431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563" b="1" i="0">
                <a:solidFill>
                  <a:srgbClr val="83A7A1"/>
                </a:solidFill>
                <a:latin typeface="Arial"/>
                <a:ea typeface="Arial"/>
                <a:cs typeface="Arial"/>
              </a:defRPr>
            </a:defPPr>
            <a:lvl1pPr algn="l">
              <a:defRPr sz="563" b="1" i="0">
                <a:solidFill>
                  <a:srgbClr val="83A7A1"/>
                </a:solidFill>
                <a:latin typeface="Arial"/>
                <a:ea typeface="Arial"/>
                <a:cs typeface="Arial"/>
              </a:defRPr>
            </a:lvl1pPr>
            <a:lvl2pPr algn="l">
              <a:defRPr sz="563" b="1" i="0">
                <a:solidFill>
                  <a:srgbClr val="83A7A1"/>
                </a:solidFill>
                <a:latin typeface="Arial"/>
                <a:ea typeface="Arial"/>
                <a:cs typeface="Arial"/>
              </a:defRPr>
            </a:lvl2pPr>
            <a:lvl3pPr algn="l">
              <a:defRPr sz="563" b="1" i="0">
                <a:solidFill>
                  <a:srgbClr val="83A7A1"/>
                </a:solidFill>
                <a:latin typeface="Arial"/>
                <a:ea typeface="Arial"/>
                <a:cs typeface="Arial"/>
              </a:defRPr>
            </a:lvl3pPr>
            <a:lvl4pPr algn="l">
              <a:defRPr sz="563" b="1" i="0">
                <a:solidFill>
                  <a:srgbClr val="83A7A1"/>
                </a:solidFill>
                <a:latin typeface="Arial"/>
                <a:ea typeface="Arial"/>
                <a:cs typeface="Arial"/>
              </a:defRPr>
            </a:lvl4pPr>
            <a:lvl5pPr algn="l">
              <a:defRPr sz="563" b="1" i="0">
                <a:solidFill>
                  <a:srgbClr val="83A7A1"/>
                </a:solidFill>
                <a:latin typeface="Arial"/>
                <a:ea typeface="Arial"/>
                <a:cs typeface="Arial"/>
              </a:defRPr>
            </a:lvl5pPr>
            <a:lvl6pPr algn="l">
              <a:defRPr sz="563" b="1" i="0">
                <a:solidFill>
                  <a:srgbClr val="83A7A1"/>
                </a:solidFill>
                <a:latin typeface="Arial"/>
                <a:ea typeface="Arial"/>
                <a:cs typeface="Arial"/>
              </a:defRPr>
            </a:lvl6pPr>
            <a:lvl7pPr algn="l">
              <a:defRPr sz="563" b="1" i="0">
                <a:solidFill>
                  <a:srgbClr val="83A7A1"/>
                </a:solidFill>
                <a:latin typeface="Arial"/>
                <a:ea typeface="Arial"/>
                <a:cs typeface="Arial"/>
              </a:defRPr>
            </a:lvl7pPr>
            <a:lvl8pPr algn="l">
              <a:defRPr sz="563" b="1" i="0">
                <a:solidFill>
                  <a:srgbClr val="83A7A1"/>
                </a:solidFill>
                <a:latin typeface="Arial"/>
                <a:ea typeface="Arial"/>
                <a:cs typeface="Arial"/>
              </a:defRPr>
            </a:lvl8pPr>
            <a:lvl9pPr algn="l">
              <a:defRPr sz="563" b="1" i="0">
                <a:solidFill>
                  <a:srgbClr val="83A7A1"/>
                </a:solidFill>
                <a:latin typeface="Arial"/>
                <a:ea typeface="Arial"/>
                <a:cs typeface="Arial"/>
              </a:defRPr>
            </a:lvl9pPr>
          </a:lstStyle>
          <a:p xmlns:a="http://schemas.openxmlformats.org/drawingml/2006/main">
            <a:pPr algn="l">
              <a:defRPr sz="563" b="1" i="0">
                <a:solidFill>
                  <a:srgbClr val="83A7A1"/>
                </a:solidFill>
                <a:latin typeface="Arial"/>
                <a:ea typeface="Arial"/>
                <a:cs typeface="Arial"/>
              </a:defRPr>
            </a:pPr>
            <a:r>
              <a:rPr sz="563" b="1" i="0">
                <a:solidFill>
                  <a:srgbClr val="83A7A1"/>
                </a:solidFill>
                <a:latin typeface="Arial"/>
                <a:ea typeface="Arial"/>
                <a:cs typeface="Arial"/>
              </a:rPr>
              <a:t>ASSET NEEDED</a:t>
            </a:r>
          </a:p>
        </p:txBody>
      </p:sp>
      <p:sp>
        <p:nvSpPr>
          <p:cNvPr id="21" name="">
            <a:extLst xmlns:a="http://schemas.openxmlformats.org/drawingml/2006/main">
              <a:ext uri="{FF2B5EF4-FFF2-40B4-BE49-F238E27FC236}">
                <a16:creationId xmlns:a16="http://schemas.microsoft.com/office/drawing/2014/main" id="{4A64579A-590C-490A-9A29-5C2AA83B37E9}"/>
              </a:ext>
            </a:extLst>
          </p:cNvPr>
          <p:cNvSpPr>
            <a:spLocks xmlns:a="http://schemas.openxmlformats.org/drawingml/2006/main" noGrp="1"/>
          </p:cNvSpPr>
          <p:nvPr/>
        </p:nvSpPr>
        <p:spPr>
          <a:xfrm xmlns:a="http://schemas.openxmlformats.org/drawingml/2006/main">
            <a:off x="5562600" y="2167890"/>
            <a:ext cx="1943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825" b="0" i="0">
                <a:solidFill>
                  <a:srgbClr val="EEEAE1"/>
                </a:solidFill>
                <a:latin typeface="Arial"/>
                <a:ea typeface="Arial"/>
                <a:cs typeface="Arial"/>
              </a:defRPr>
            </a:defPPr>
            <a:lvl1pPr algn="l">
              <a:defRPr sz="825" b="0" i="0">
                <a:solidFill>
                  <a:srgbClr val="EEEAE1"/>
                </a:solidFill>
                <a:latin typeface="Arial"/>
                <a:ea typeface="Arial"/>
                <a:cs typeface="Arial"/>
              </a:defRPr>
            </a:lvl1pPr>
            <a:lvl2pPr algn="l">
              <a:defRPr sz="825" b="0" i="0">
                <a:solidFill>
                  <a:srgbClr val="EEEAE1"/>
                </a:solidFill>
                <a:latin typeface="Arial"/>
                <a:ea typeface="Arial"/>
                <a:cs typeface="Arial"/>
              </a:defRPr>
            </a:lvl2pPr>
            <a:lvl3pPr algn="l">
              <a:defRPr sz="825" b="0" i="0">
                <a:solidFill>
                  <a:srgbClr val="EEEAE1"/>
                </a:solidFill>
                <a:latin typeface="Arial"/>
                <a:ea typeface="Arial"/>
                <a:cs typeface="Arial"/>
              </a:defRPr>
            </a:lvl3pPr>
            <a:lvl4pPr algn="l">
              <a:defRPr sz="825" b="0" i="0">
                <a:solidFill>
                  <a:srgbClr val="EEEAE1"/>
                </a:solidFill>
                <a:latin typeface="Arial"/>
                <a:ea typeface="Arial"/>
                <a:cs typeface="Arial"/>
              </a:defRPr>
            </a:lvl4pPr>
            <a:lvl5pPr algn="l">
              <a:defRPr sz="825" b="0" i="0">
                <a:solidFill>
                  <a:srgbClr val="EEEAE1"/>
                </a:solidFill>
                <a:latin typeface="Arial"/>
                <a:ea typeface="Arial"/>
                <a:cs typeface="Arial"/>
              </a:defRPr>
            </a:lvl5pPr>
            <a:lvl6pPr algn="l">
              <a:defRPr sz="825" b="0" i="0">
                <a:solidFill>
                  <a:srgbClr val="EEEAE1"/>
                </a:solidFill>
                <a:latin typeface="Arial"/>
                <a:ea typeface="Arial"/>
                <a:cs typeface="Arial"/>
              </a:defRPr>
            </a:lvl6pPr>
            <a:lvl7pPr algn="l">
              <a:defRPr sz="825" b="0" i="0">
                <a:solidFill>
                  <a:srgbClr val="EEEAE1"/>
                </a:solidFill>
                <a:latin typeface="Arial"/>
                <a:ea typeface="Arial"/>
                <a:cs typeface="Arial"/>
              </a:defRPr>
            </a:lvl7pPr>
            <a:lvl8pPr algn="l">
              <a:defRPr sz="825" b="0" i="0">
                <a:solidFill>
                  <a:srgbClr val="EEEAE1"/>
                </a:solidFill>
                <a:latin typeface="Arial"/>
                <a:ea typeface="Arial"/>
                <a:cs typeface="Arial"/>
              </a:defRPr>
            </a:lvl8pPr>
            <a:lvl9pPr algn="l">
              <a:defRPr sz="825" b="0" i="0">
                <a:solidFill>
                  <a:srgbClr val="EEEAE1"/>
                </a:solidFill>
                <a:latin typeface="Arial"/>
                <a:ea typeface="Arial"/>
                <a:cs typeface="Arial"/>
              </a:defRPr>
            </a:lvl9pPr>
          </a:lstStyle>
          <a:p xmlns:a="http://schemas.openxmlformats.org/drawingml/2006/main">
            <a:pPr algn="l">
              <a:defRPr sz="825" b="0" i="0">
                <a:solidFill>
                  <a:srgbClr val="EEEAE1"/>
                </a:solidFill>
                <a:latin typeface="Arial"/>
                <a:ea typeface="Arial"/>
                <a:cs typeface="Arial"/>
              </a:defRPr>
            </a:pPr>
            <a:r>
              <a:rPr sz="825" b="0" i="0">
                <a:solidFill>
                  <a:srgbClr val="EEEAE1"/>
                </a:solidFill>
                <a:latin typeface="Arial"/>
                <a:ea typeface="Arial"/>
                <a:cs typeface="Arial"/>
              </a:rPr>
              <a:t>state-03-overloaded</a:t>
            </a:r>
          </a:p>
        </p:txBody>
      </p:sp>
      <p:sp>
        <p:nvSpPr>
          <p:cNvPr id="22" name="">
            <a:extLst xmlns:a="http://schemas.openxmlformats.org/drawingml/2006/main">
              <a:ext uri="{FF2B5EF4-FFF2-40B4-BE49-F238E27FC236}">
                <a16:creationId xmlns:a16="http://schemas.microsoft.com/office/drawing/2014/main" id="{172421E2-F9FC-481D-8E36-C2C1F4415204}"/>
              </a:ext>
            </a:extLst>
          </p:cNvPr>
          <p:cNvSpPr>
            <a:spLocks xmlns:a="http://schemas.openxmlformats.org/drawingml/2006/main" noGrp="1"/>
          </p:cNvSpPr>
          <p:nvPr/>
        </p:nvSpPr>
        <p:spPr>
          <a:xfrm xmlns:a="http://schemas.openxmlformats.org/drawingml/2006/main">
            <a:off x="5562600" y="2628900"/>
            <a:ext cx="1943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600" b="0" i="0">
                <a:solidFill>
                  <a:srgbClr val="BDBCB6"/>
                </a:solidFill>
                <a:latin typeface="Arial"/>
                <a:ea typeface="Arial"/>
                <a:cs typeface="Arial"/>
              </a:defRPr>
            </a:defPPr>
            <a:lvl1pPr algn="l">
              <a:defRPr sz="600" b="0" i="0">
                <a:solidFill>
                  <a:srgbClr val="BDBCB6"/>
                </a:solidFill>
                <a:latin typeface="Arial"/>
                <a:ea typeface="Arial"/>
                <a:cs typeface="Arial"/>
              </a:defRPr>
            </a:lvl1pPr>
            <a:lvl2pPr algn="l">
              <a:defRPr sz="600" b="0" i="0">
                <a:solidFill>
                  <a:srgbClr val="BDBCB6"/>
                </a:solidFill>
                <a:latin typeface="Arial"/>
                <a:ea typeface="Arial"/>
                <a:cs typeface="Arial"/>
              </a:defRPr>
            </a:lvl2pPr>
            <a:lvl3pPr algn="l">
              <a:defRPr sz="600" b="0" i="0">
                <a:solidFill>
                  <a:srgbClr val="BDBCB6"/>
                </a:solidFill>
                <a:latin typeface="Arial"/>
                <a:ea typeface="Arial"/>
                <a:cs typeface="Arial"/>
              </a:defRPr>
            </a:lvl3pPr>
            <a:lvl4pPr algn="l">
              <a:defRPr sz="600" b="0" i="0">
                <a:solidFill>
                  <a:srgbClr val="BDBCB6"/>
                </a:solidFill>
                <a:latin typeface="Arial"/>
                <a:ea typeface="Arial"/>
                <a:cs typeface="Arial"/>
              </a:defRPr>
            </a:lvl4pPr>
            <a:lvl5pPr algn="l">
              <a:defRPr sz="600" b="0" i="0">
                <a:solidFill>
                  <a:srgbClr val="BDBCB6"/>
                </a:solidFill>
                <a:latin typeface="Arial"/>
                <a:ea typeface="Arial"/>
                <a:cs typeface="Arial"/>
              </a:defRPr>
            </a:lvl5pPr>
            <a:lvl6pPr algn="l">
              <a:defRPr sz="600" b="0" i="0">
                <a:solidFill>
                  <a:srgbClr val="BDBCB6"/>
                </a:solidFill>
                <a:latin typeface="Arial"/>
                <a:ea typeface="Arial"/>
                <a:cs typeface="Arial"/>
              </a:defRPr>
            </a:lvl6pPr>
            <a:lvl7pPr algn="l">
              <a:defRPr sz="600" b="0" i="0">
                <a:solidFill>
                  <a:srgbClr val="BDBCB6"/>
                </a:solidFill>
                <a:latin typeface="Arial"/>
                <a:ea typeface="Arial"/>
                <a:cs typeface="Arial"/>
              </a:defRPr>
            </a:lvl7pPr>
            <a:lvl8pPr algn="l">
              <a:defRPr sz="600" b="0" i="0">
                <a:solidFill>
                  <a:srgbClr val="BDBCB6"/>
                </a:solidFill>
                <a:latin typeface="Arial"/>
                <a:ea typeface="Arial"/>
                <a:cs typeface="Arial"/>
              </a:defRPr>
            </a:lvl8pPr>
            <a:lvl9pPr algn="l">
              <a:defRPr sz="600" b="0" i="0">
                <a:solidFill>
                  <a:srgbClr val="BDBCB6"/>
                </a:solidFill>
                <a:latin typeface="Arial"/>
                <a:ea typeface="Arial"/>
                <a:cs typeface="Arial"/>
              </a:defRPr>
            </a:lvl9pPr>
          </a:lstStyle>
          <a:p xmlns:a="http://schemas.openxmlformats.org/drawingml/2006/main">
            <a:pPr algn="l">
              <a:defRPr sz="600" b="0" i="0">
                <a:solidFill>
                  <a:srgbClr val="BDBCB6"/>
                </a:solidFill>
                <a:latin typeface="Arial"/>
                <a:ea typeface="Arial"/>
                <a:cs typeface="Arial"/>
              </a:defRPr>
            </a:pPr>
            <a:r>
              <a:rPr sz="600" b="0" i="0">
                <a:solidFill>
                  <a:srgbClr val="BDBCB6"/>
                </a:solidFill>
                <a:latin typeface="Arial"/>
                <a:ea typeface="Arial"/>
                <a:cs typeface="Arial"/>
              </a:rPr>
              <a:t>16:10 interaction state</a:t>
            </a:r>
          </a:p>
        </p:txBody>
      </p:sp>
      <p:sp>
        <p:nvSpPr>
          <p:cNvPr id="23" name="">
            <a:extLst xmlns:a="http://schemas.openxmlformats.org/drawingml/2006/main">
              <a:ext uri="{FF2B5EF4-FFF2-40B4-BE49-F238E27FC236}">
                <a16:creationId xmlns:a16="http://schemas.microsoft.com/office/drawing/2014/main" id="{E9110FE0-7F8C-414B-80E4-C9D689E66875}"/>
              </a:ext>
            </a:extLst>
          </p:cNvPr>
          <p:cNvSpPr>
            <a:spLocks xmlns:a="http://schemas.openxmlformats.org/drawingml/2006/main" noGrp="1"/>
          </p:cNvSpPr>
          <p:nvPr/>
        </p:nvSpPr>
        <p:spPr>
          <a:xfrm xmlns:a="http://schemas.openxmlformats.org/drawingml/2006/main">
            <a:off x="5429250" y="3143250"/>
            <a:ext cx="22098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773" b="0" i="0">
                <a:solidFill>
                  <a:srgbClr val="EEEAE1"/>
                </a:solidFill>
                <a:latin typeface="Arial"/>
                <a:ea typeface="Arial"/>
                <a:cs typeface="Arial"/>
              </a:defRPr>
            </a:defPPr>
            <a:lvl1pPr algn="l">
              <a:defRPr sz="773" b="0" i="0">
                <a:solidFill>
                  <a:srgbClr val="EEEAE1"/>
                </a:solidFill>
                <a:latin typeface="Arial"/>
                <a:ea typeface="Arial"/>
                <a:cs typeface="Arial"/>
              </a:defRPr>
            </a:lvl1pPr>
            <a:lvl2pPr algn="l">
              <a:defRPr sz="773" b="0" i="0">
                <a:solidFill>
                  <a:srgbClr val="EEEAE1"/>
                </a:solidFill>
                <a:latin typeface="Arial"/>
                <a:ea typeface="Arial"/>
                <a:cs typeface="Arial"/>
              </a:defRPr>
            </a:lvl2pPr>
            <a:lvl3pPr algn="l">
              <a:defRPr sz="773" b="0" i="0">
                <a:solidFill>
                  <a:srgbClr val="EEEAE1"/>
                </a:solidFill>
                <a:latin typeface="Arial"/>
                <a:ea typeface="Arial"/>
                <a:cs typeface="Arial"/>
              </a:defRPr>
            </a:lvl3pPr>
            <a:lvl4pPr algn="l">
              <a:defRPr sz="773" b="0" i="0">
                <a:solidFill>
                  <a:srgbClr val="EEEAE1"/>
                </a:solidFill>
                <a:latin typeface="Arial"/>
                <a:ea typeface="Arial"/>
                <a:cs typeface="Arial"/>
              </a:defRPr>
            </a:lvl4pPr>
            <a:lvl5pPr algn="l">
              <a:defRPr sz="773" b="0" i="0">
                <a:solidFill>
                  <a:srgbClr val="EEEAE1"/>
                </a:solidFill>
                <a:latin typeface="Arial"/>
                <a:ea typeface="Arial"/>
                <a:cs typeface="Arial"/>
              </a:defRPr>
            </a:lvl5pPr>
            <a:lvl6pPr algn="l">
              <a:defRPr sz="773" b="0" i="0">
                <a:solidFill>
                  <a:srgbClr val="EEEAE1"/>
                </a:solidFill>
                <a:latin typeface="Arial"/>
                <a:ea typeface="Arial"/>
                <a:cs typeface="Arial"/>
              </a:defRPr>
            </a:lvl6pPr>
            <a:lvl7pPr algn="l">
              <a:defRPr sz="773" b="0" i="0">
                <a:solidFill>
                  <a:srgbClr val="EEEAE1"/>
                </a:solidFill>
                <a:latin typeface="Arial"/>
                <a:ea typeface="Arial"/>
                <a:cs typeface="Arial"/>
              </a:defRPr>
            </a:lvl7pPr>
            <a:lvl8pPr algn="l">
              <a:defRPr sz="773" b="0" i="0">
                <a:solidFill>
                  <a:srgbClr val="EEEAE1"/>
                </a:solidFill>
                <a:latin typeface="Arial"/>
                <a:ea typeface="Arial"/>
                <a:cs typeface="Arial"/>
              </a:defRPr>
            </a:lvl8pPr>
            <a:lvl9pPr algn="l">
              <a:defRPr sz="773" b="0" i="0">
                <a:solidFill>
                  <a:srgbClr val="EEEAE1"/>
                </a:solidFill>
                <a:latin typeface="Arial"/>
                <a:ea typeface="Arial"/>
                <a:cs typeface="Arial"/>
              </a:defRPr>
            </a:lvl9pPr>
          </a:lstStyle>
          <a:p xmlns:a="http://schemas.openxmlformats.org/drawingml/2006/main">
            <a:pPr algn="l">
              <a:defRPr sz="773" b="0" i="0">
                <a:solidFill>
                  <a:srgbClr val="EEEAE1"/>
                </a:solidFill>
                <a:latin typeface="Arial"/>
                <a:ea typeface="Arial"/>
                <a:cs typeface="Arial"/>
              </a:defRPr>
            </a:pPr>
            <a:r>
              <a:rPr sz="773" b="0" i="0">
                <a:solidFill>
                  <a:srgbClr val="EEEAE1"/>
                </a:solidFill>
                <a:latin typeface="Arial"/>
                <a:ea typeface="Arial"/>
                <a:cs typeface="Arial"/>
              </a:rPr>
              <a:t>Windows, notifications, repeated faces and contradictory messages accumulate until the inner figure is partially obscured.</a:t>
            </a:r>
          </a:p>
        </p:txBody>
      </p:sp>
      <p:sp>
        <p:nvSpPr>
          <p:cNvPr id="24" name="">
            <a:extLst xmlns:a="http://schemas.openxmlformats.org/drawingml/2006/main">
              <a:ext uri="{FF2B5EF4-FFF2-40B4-BE49-F238E27FC236}">
                <a16:creationId xmlns:a16="http://schemas.microsoft.com/office/drawing/2014/main" id="{5CF22AC6-19C8-43CB-B097-2730B69CB73F}"/>
              </a:ext>
            </a:extLst>
          </p:cNvPr>
          <p:cNvSpPr>
            <a:spLocks xmlns:a="http://schemas.openxmlformats.org/drawingml/2006/main" noGrp="1"/>
          </p:cNvSpPr>
          <p:nvPr/>
        </p:nvSpPr>
        <p:spPr>
          <a:xfrm xmlns:a="http://schemas.openxmlformats.org/drawingml/2006/main">
            <a:off x="7896225" y="1333500"/>
            <a:ext cx="323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750" b="1" i="0">
                <a:solidFill>
                  <a:srgbClr val="83A7A1"/>
                </a:solidFill>
                <a:latin typeface="Arial"/>
                <a:ea typeface="Arial"/>
                <a:cs typeface="Arial"/>
              </a:defRPr>
            </a:defPPr>
            <a:lvl1pPr algn="l">
              <a:defRPr sz="750" b="1" i="0">
                <a:solidFill>
                  <a:srgbClr val="83A7A1"/>
                </a:solidFill>
                <a:latin typeface="Arial"/>
                <a:ea typeface="Arial"/>
                <a:cs typeface="Arial"/>
              </a:defRPr>
            </a:lvl1pPr>
            <a:lvl2pPr algn="l">
              <a:defRPr sz="750" b="1" i="0">
                <a:solidFill>
                  <a:srgbClr val="83A7A1"/>
                </a:solidFill>
                <a:latin typeface="Arial"/>
                <a:ea typeface="Arial"/>
                <a:cs typeface="Arial"/>
              </a:defRPr>
            </a:lvl2pPr>
            <a:lvl3pPr algn="l">
              <a:defRPr sz="750" b="1" i="0">
                <a:solidFill>
                  <a:srgbClr val="83A7A1"/>
                </a:solidFill>
                <a:latin typeface="Arial"/>
                <a:ea typeface="Arial"/>
                <a:cs typeface="Arial"/>
              </a:defRPr>
            </a:lvl3pPr>
            <a:lvl4pPr algn="l">
              <a:defRPr sz="750" b="1" i="0">
                <a:solidFill>
                  <a:srgbClr val="83A7A1"/>
                </a:solidFill>
                <a:latin typeface="Arial"/>
                <a:ea typeface="Arial"/>
                <a:cs typeface="Arial"/>
              </a:defRPr>
            </a:lvl4pPr>
            <a:lvl5pPr algn="l">
              <a:defRPr sz="750" b="1" i="0">
                <a:solidFill>
                  <a:srgbClr val="83A7A1"/>
                </a:solidFill>
                <a:latin typeface="Arial"/>
                <a:ea typeface="Arial"/>
                <a:cs typeface="Arial"/>
              </a:defRPr>
            </a:lvl5pPr>
            <a:lvl6pPr algn="l">
              <a:defRPr sz="750" b="1" i="0">
                <a:solidFill>
                  <a:srgbClr val="83A7A1"/>
                </a:solidFill>
                <a:latin typeface="Arial"/>
                <a:ea typeface="Arial"/>
                <a:cs typeface="Arial"/>
              </a:defRPr>
            </a:lvl6pPr>
            <a:lvl7pPr algn="l">
              <a:defRPr sz="750" b="1" i="0">
                <a:solidFill>
                  <a:srgbClr val="83A7A1"/>
                </a:solidFill>
                <a:latin typeface="Arial"/>
                <a:ea typeface="Arial"/>
                <a:cs typeface="Arial"/>
              </a:defRPr>
            </a:lvl7pPr>
            <a:lvl8pPr algn="l">
              <a:defRPr sz="750" b="1" i="0">
                <a:solidFill>
                  <a:srgbClr val="83A7A1"/>
                </a:solidFill>
                <a:latin typeface="Arial"/>
                <a:ea typeface="Arial"/>
                <a:cs typeface="Arial"/>
              </a:defRPr>
            </a:lvl8pPr>
            <a:lvl9pPr algn="l">
              <a:defRPr sz="750" b="1" i="0">
                <a:solidFill>
                  <a:srgbClr val="83A7A1"/>
                </a:solidFill>
                <a:latin typeface="Arial"/>
                <a:ea typeface="Arial"/>
                <a:cs typeface="Arial"/>
              </a:defRPr>
            </a:lvl9pPr>
          </a:lstStyle>
          <a:p xmlns:a="http://schemas.openxmlformats.org/drawingml/2006/main">
            <a:pPr algn="l">
              <a:defRPr sz="750" b="1" i="0">
                <a:solidFill>
                  <a:srgbClr val="83A7A1"/>
                </a:solidFill>
                <a:latin typeface="Arial"/>
                <a:ea typeface="Arial"/>
                <a:cs typeface="Arial"/>
              </a:defRPr>
            </a:pPr>
            <a:r>
              <a:rPr sz="750" b="1" i="0">
                <a:solidFill>
                  <a:srgbClr val="83A7A1"/>
                </a:solidFill>
                <a:latin typeface="Arial"/>
                <a:ea typeface="Arial"/>
                <a:cs typeface="Arial"/>
              </a:rPr>
              <a:t>04</a:t>
            </a:r>
          </a:p>
        </p:txBody>
      </p:sp>
      <p:sp>
        <p:nvSpPr>
          <p:cNvPr id="25" name="">
            <a:extLst xmlns:a="http://schemas.openxmlformats.org/drawingml/2006/main">
              <a:ext uri="{FF2B5EF4-FFF2-40B4-BE49-F238E27FC236}">
                <a16:creationId xmlns:a16="http://schemas.microsoft.com/office/drawing/2014/main" id="{42194230-E4E8-496C-8C26-F683E3B21548}"/>
              </a:ext>
            </a:extLst>
          </p:cNvPr>
          <p:cNvSpPr>
            <a:spLocks xmlns:a="http://schemas.openxmlformats.org/drawingml/2006/main" noGrp="1"/>
          </p:cNvSpPr>
          <p:nvPr/>
        </p:nvSpPr>
        <p:spPr>
          <a:xfrm xmlns:a="http://schemas.openxmlformats.org/drawingml/2006/main">
            <a:off x="8296275" y="1333500"/>
            <a:ext cx="17335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750" b="1" i="0">
                <a:solidFill>
                  <a:srgbClr val="BDBCB6"/>
                </a:solidFill>
                <a:latin typeface="Arial"/>
                <a:ea typeface="Arial"/>
                <a:cs typeface="Arial"/>
              </a:defRPr>
            </a:defPPr>
            <a:lvl1pPr algn="l">
              <a:defRPr sz="750" b="1" i="0">
                <a:solidFill>
                  <a:srgbClr val="BDBCB6"/>
                </a:solidFill>
                <a:latin typeface="Arial"/>
                <a:ea typeface="Arial"/>
                <a:cs typeface="Arial"/>
              </a:defRPr>
            </a:lvl1pPr>
            <a:lvl2pPr algn="l">
              <a:defRPr sz="750" b="1" i="0">
                <a:solidFill>
                  <a:srgbClr val="BDBCB6"/>
                </a:solidFill>
                <a:latin typeface="Arial"/>
                <a:ea typeface="Arial"/>
                <a:cs typeface="Arial"/>
              </a:defRPr>
            </a:lvl2pPr>
            <a:lvl3pPr algn="l">
              <a:defRPr sz="750" b="1" i="0">
                <a:solidFill>
                  <a:srgbClr val="BDBCB6"/>
                </a:solidFill>
                <a:latin typeface="Arial"/>
                <a:ea typeface="Arial"/>
                <a:cs typeface="Arial"/>
              </a:defRPr>
            </a:lvl3pPr>
            <a:lvl4pPr algn="l">
              <a:defRPr sz="750" b="1" i="0">
                <a:solidFill>
                  <a:srgbClr val="BDBCB6"/>
                </a:solidFill>
                <a:latin typeface="Arial"/>
                <a:ea typeface="Arial"/>
                <a:cs typeface="Arial"/>
              </a:defRPr>
            </a:lvl4pPr>
            <a:lvl5pPr algn="l">
              <a:defRPr sz="750" b="1" i="0">
                <a:solidFill>
                  <a:srgbClr val="BDBCB6"/>
                </a:solidFill>
                <a:latin typeface="Arial"/>
                <a:ea typeface="Arial"/>
                <a:cs typeface="Arial"/>
              </a:defRPr>
            </a:lvl5pPr>
            <a:lvl6pPr algn="l">
              <a:defRPr sz="750" b="1" i="0">
                <a:solidFill>
                  <a:srgbClr val="BDBCB6"/>
                </a:solidFill>
                <a:latin typeface="Arial"/>
                <a:ea typeface="Arial"/>
                <a:cs typeface="Arial"/>
              </a:defRPr>
            </a:lvl6pPr>
            <a:lvl7pPr algn="l">
              <a:defRPr sz="750" b="1" i="0">
                <a:solidFill>
                  <a:srgbClr val="BDBCB6"/>
                </a:solidFill>
                <a:latin typeface="Arial"/>
                <a:ea typeface="Arial"/>
                <a:cs typeface="Arial"/>
              </a:defRPr>
            </a:lvl7pPr>
            <a:lvl8pPr algn="l">
              <a:defRPr sz="750" b="1" i="0">
                <a:solidFill>
                  <a:srgbClr val="BDBCB6"/>
                </a:solidFill>
                <a:latin typeface="Arial"/>
                <a:ea typeface="Arial"/>
                <a:cs typeface="Arial"/>
              </a:defRPr>
            </a:lvl8pPr>
            <a:lvl9pPr algn="l">
              <a:defRPr sz="750" b="1" i="0">
                <a:solidFill>
                  <a:srgbClr val="BDBCB6"/>
                </a:solidFill>
                <a:latin typeface="Arial"/>
                <a:ea typeface="Arial"/>
                <a:cs typeface="Arial"/>
              </a:defRPr>
            </a:lvl9pPr>
          </a:lstStyle>
          <a:p xmlns:a="http://schemas.openxmlformats.org/drawingml/2006/main">
            <a:pPr algn="l">
              <a:defRPr sz="750" b="1" i="0">
                <a:solidFill>
                  <a:srgbClr val="BDBCB6"/>
                </a:solidFill>
                <a:latin typeface="Arial"/>
                <a:ea typeface="Arial"/>
                <a:cs typeface="Arial"/>
              </a:defRPr>
            </a:pPr>
            <a:r>
              <a:rPr sz="750" b="1" i="0">
                <a:solidFill>
                  <a:srgbClr val="BDBCB6"/>
                </a:solidFill>
                <a:latin typeface="Arial"/>
                <a:ea typeface="Arial"/>
                <a:cs typeface="Arial"/>
              </a:rPr>
              <a:t>UNRESOLVED</a:t>
            </a:r>
          </a:p>
        </p:txBody>
      </p:sp>
      <p:sp>
        <p:nvSpPr>
          <p:cNvPr id="26" name="">
            <a:extLst xmlns:a="http://schemas.openxmlformats.org/drawingml/2006/main">
              <a:ext uri="{FF2B5EF4-FFF2-40B4-BE49-F238E27FC236}">
                <a16:creationId xmlns:a16="http://schemas.microsoft.com/office/drawing/2014/main" id="{6F248DFD-51C6-4ADA-BBC6-8943D24CFDFE}"/>
              </a:ext>
            </a:extLst>
          </p:cNvPr>
          <p:cNvSpPr>
            <a:spLocks xmlns:a="http://schemas.openxmlformats.org/drawingml/2006/main" noGrp="1"/>
          </p:cNvSpPr>
          <p:nvPr/>
        </p:nvSpPr>
        <p:spPr>
          <a:xfrm xmlns:a="http://schemas.openxmlformats.org/drawingml/2006/main">
            <a:off x="7896225" y="1619250"/>
            <a:ext cx="2209800" cy="1371600"/>
          </a:xfrm>
          <a:prstGeom xmlns:a="http://schemas.openxmlformats.org/drawingml/2006/main" prst="rect">
            <a:avLst/>
          </a:prstGeom>
          <a:solidFill xmlns:a="http://schemas.openxmlformats.org/drawingml/2006/main">
            <a:srgbClr val="30322F"/>
          </a:solidFill>
          <a:ln xmlns:a="http://schemas.openxmlformats.org/drawingml/2006/main" w="9525">
            <a:solidFill>
              <a:srgbClr val="666862"/>
            </a:solidFill>
            <a:prstDash val="solid"/>
          </a:ln>
        </p:spPr>
      </p:sp>
      <p:sp>
        <p:nvSpPr>
          <p:cNvPr id="27" name="">
            <a:extLst xmlns:a="http://schemas.openxmlformats.org/drawingml/2006/main">
              <a:ext uri="{FF2B5EF4-FFF2-40B4-BE49-F238E27FC236}">
                <a16:creationId xmlns:a16="http://schemas.microsoft.com/office/drawing/2014/main" id="{0C7651D9-DA68-4826-846E-E56B71A39CB4}"/>
              </a:ext>
            </a:extLst>
          </p:cNvPr>
          <p:cNvSpPr>
            <a:spLocks xmlns:a="http://schemas.openxmlformats.org/drawingml/2006/main" noGrp="1"/>
          </p:cNvSpPr>
          <p:nvPr/>
        </p:nvSpPr>
        <p:spPr>
          <a:xfrm xmlns:a="http://schemas.openxmlformats.org/drawingml/2006/main">
            <a:off x="8029575" y="1752600"/>
            <a:ext cx="19431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563" b="1" i="0">
                <a:solidFill>
                  <a:srgbClr val="83A7A1"/>
                </a:solidFill>
                <a:latin typeface="Arial"/>
                <a:ea typeface="Arial"/>
                <a:cs typeface="Arial"/>
              </a:defRPr>
            </a:defPPr>
            <a:lvl1pPr algn="l">
              <a:defRPr sz="563" b="1" i="0">
                <a:solidFill>
                  <a:srgbClr val="83A7A1"/>
                </a:solidFill>
                <a:latin typeface="Arial"/>
                <a:ea typeface="Arial"/>
                <a:cs typeface="Arial"/>
              </a:defRPr>
            </a:lvl1pPr>
            <a:lvl2pPr algn="l">
              <a:defRPr sz="563" b="1" i="0">
                <a:solidFill>
                  <a:srgbClr val="83A7A1"/>
                </a:solidFill>
                <a:latin typeface="Arial"/>
                <a:ea typeface="Arial"/>
                <a:cs typeface="Arial"/>
              </a:defRPr>
            </a:lvl2pPr>
            <a:lvl3pPr algn="l">
              <a:defRPr sz="563" b="1" i="0">
                <a:solidFill>
                  <a:srgbClr val="83A7A1"/>
                </a:solidFill>
                <a:latin typeface="Arial"/>
                <a:ea typeface="Arial"/>
                <a:cs typeface="Arial"/>
              </a:defRPr>
            </a:lvl3pPr>
            <a:lvl4pPr algn="l">
              <a:defRPr sz="563" b="1" i="0">
                <a:solidFill>
                  <a:srgbClr val="83A7A1"/>
                </a:solidFill>
                <a:latin typeface="Arial"/>
                <a:ea typeface="Arial"/>
                <a:cs typeface="Arial"/>
              </a:defRPr>
            </a:lvl4pPr>
            <a:lvl5pPr algn="l">
              <a:defRPr sz="563" b="1" i="0">
                <a:solidFill>
                  <a:srgbClr val="83A7A1"/>
                </a:solidFill>
                <a:latin typeface="Arial"/>
                <a:ea typeface="Arial"/>
                <a:cs typeface="Arial"/>
              </a:defRPr>
            </a:lvl5pPr>
            <a:lvl6pPr algn="l">
              <a:defRPr sz="563" b="1" i="0">
                <a:solidFill>
                  <a:srgbClr val="83A7A1"/>
                </a:solidFill>
                <a:latin typeface="Arial"/>
                <a:ea typeface="Arial"/>
                <a:cs typeface="Arial"/>
              </a:defRPr>
            </a:lvl6pPr>
            <a:lvl7pPr algn="l">
              <a:defRPr sz="563" b="1" i="0">
                <a:solidFill>
                  <a:srgbClr val="83A7A1"/>
                </a:solidFill>
                <a:latin typeface="Arial"/>
                <a:ea typeface="Arial"/>
                <a:cs typeface="Arial"/>
              </a:defRPr>
            </a:lvl7pPr>
            <a:lvl8pPr algn="l">
              <a:defRPr sz="563" b="1" i="0">
                <a:solidFill>
                  <a:srgbClr val="83A7A1"/>
                </a:solidFill>
                <a:latin typeface="Arial"/>
                <a:ea typeface="Arial"/>
                <a:cs typeface="Arial"/>
              </a:defRPr>
            </a:lvl8pPr>
            <a:lvl9pPr algn="l">
              <a:defRPr sz="563" b="1" i="0">
                <a:solidFill>
                  <a:srgbClr val="83A7A1"/>
                </a:solidFill>
                <a:latin typeface="Arial"/>
                <a:ea typeface="Arial"/>
                <a:cs typeface="Arial"/>
              </a:defRPr>
            </a:lvl9pPr>
          </a:lstStyle>
          <a:p xmlns:a="http://schemas.openxmlformats.org/drawingml/2006/main">
            <a:pPr algn="l">
              <a:defRPr sz="563" b="1" i="0">
                <a:solidFill>
                  <a:srgbClr val="83A7A1"/>
                </a:solidFill>
                <a:latin typeface="Arial"/>
                <a:ea typeface="Arial"/>
                <a:cs typeface="Arial"/>
              </a:defRPr>
            </a:pPr>
            <a:r>
              <a:rPr sz="563" b="1" i="0">
                <a:solidFill>
                  <a:srgbClr val="83A7A1"/>
                </a:solidFill>
                <a:latin typeface="Arial"/>
                <a:ea typeface="Arial"/>
                <a:cs typeface="Arial"/>
              </a:rPr>
              <a:t>ASSET NEEDED</a:t>
            </a:r>
          </a:p>
        </p:txBody>
      </p:sp>
      <p:sp>
        <p:nvSpPr>
          <p:cNvPr id="28" name="">
            <a:extLst xmlns:a="http://schemas.openxmlformats.org/drawingml/2006/main">
              <a:ext uri="{FF2B5EF4-FFF2-40B4-BE49-F238E27FC236}">
                <a16:creationId xmlns:a16="http://schemas.microsoft.com/office/drawing/2014/main" id="{56FC8829-FF00-489E-A782-7B2BE06292C9}"/>
              </a:ext>
            </a:extLst>
          </p:cNvPr>
          <p:cNvSpPr>
            <a:spLocks xmlns:a="http://schemas.openxmlformats.org/drawingml/2006/main" noGrp="1"/>
          </p:cNvSpPr>
          <p:nvPr/>
        </p:nvSpPr>
        <p:spPr>
          <a:xfrm xmlns:a="http://schemas.openxmlformats.org/drawingml/2006/main">
            <a:off x="8029575" y="2167890"/>
            <a:ext cx="1943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825" b="0" i="0">
                <a:solidFill>
                  <a:srgbClr val="EEEAE1"/>
                </a:solidFill>
                <a:latin typeface="Arial"/>
                <a:ea typeface="Arial"/>
                <a:cs typeface="Arial"/>
              </a:defRPr>
            </a:defPPr>
            <a:lvl1pPr algn="l">
              <a:defRPr sz="825" b="0" i="0">
                <a:solidFill>
                  <a:srgbClr val="EEEAE1"/>
                </a:solidFill>
                <a:latin typeface="Arial"/>
                <a:ea typeface="Arial"/>
                <a:cs typeface="Arial"/>
              </a:defRPr>
            </a:lvl1pPr>
            <a:lvl2pPr algn="l">
              <a:defRPr sz="825" b="0" i="0">
                <a:solidFill>
                  <a:srgbClr val="EEEAE1"/>
                </a:solidFill>
                <a:latin typeface="Arial"/>
                <a:ea typeface="Arial"/>
                <a:cs typeface="Arial"/>
              </a:defRPr>
            </a:lvl2pPr>
            <a:lvl3pPr algn="l">
              <a:defRPr sz="825" b="0" i="0">
                <a:solidFill>
                  <a:srgbClr val="EEEAE1"/>
                </a:solidFill>
                <a:latin typeface="Arial"/>
                <a:ea typeface="Arial"/>
                <a:cs typeface="Arial"/>
              </a:defRPr>
            </a:lvl3pPr>
            <a:lvl4pPr algn="l">
              <a:defRPr sz="825" b="0" i="0">
                <a:solidFill>
                  <a:srgbClr val="EEEAE1"/>
                </a:solidFill>
                <a:latin typeface="Arial"/>
                <a:ea typeface="Arial"/>
                <a:cs typeface="Arial"/>
              </a:defRPr>
            </a:lvl4pPr>
            <a:lvl5pPr algn="l">
              <a:defRPr sz="825" b="0" i="0">
                <a:solidFill>
                  <a:srgbClr val="EEEAE1"/>
                </a:solidFill>
                <a:latin typeface="Arial"/>
                <a:ea typeface="Arial"/>
                <a:cs typeface="Arial"/>
              </a:defRPr>
            </a:lvl5pPr>
            <a:lvl6pPr algn="l">
              <a:defRPr sz="825" b="0" i="0">
                <a:solidFill>
                  <a:srgbClr val="EEEAE1"/>
                </a:solidFill>
                <a:latin typeface="Arial"/>
                <a:ea typeface="Arial"/>
                <a:cs typeface="Arial"/>
              </a:defRPr>
            </a:lvl6pPr>
            <a:lvl7pPr algn="l">
              <a:defRPr sz="825" b="0" i="0">
                <a:solidFill>
                  <a:srgbClr val="EEEAE1"/>
                </a:solidFill>
                <a:latin typeface="Arial"/>
                <a:ea typeface="Arial"/>
                <a:cs typeface="Arial"/>
              </a:defRPr>
            </a:lvl7pPr>
            <a:lvl8pPr algn="l">
              <a:defRPr sz="825" b="0" i="0">
                <a:solidFill>
                  <a:srgbClr val="EEEAE1"/>
                </a:solidFill>
                <a:latin typeface="Arial"/>
                <a:ea typeface="Arial"/>
                <a:cs typeface="Arial"/>
              </a:defRPr>
            </a:lvl8pPr>
            <a:lvl9pPr algn="l">
              <a:defRPr sz="825" b="0" i="0">
                <a:solidFill>
                  <a:srgbClr val="EEEAE1"/>
                </a:solidFill>
                <a:latin typeface="Arial"/>
                <a:ea typeface="Arial"/>
                <a:cs typeface="Arial"/>
              </a:defRPr>
            </a:lvl9pPr>
          </a:lstStyle>
          <a:p xmlns:a="http://schemas.openxmlformats.org/drawingml/2006/main">
            <a:pPr algn="l">
              <a:defRPr sz="825" b="0" i="0">
                <a:solidFill>
                  <a:srgbClr val="EEEAE1"/>
                </a:solidFill>
                <a:latin typeface="Arial"/>
                <a:ea typeface="Arial"/>
                <a:cs typeface="Arial"/>
              </a:defRPr>
            </a:pPr>
            <a:r>
              <a:rPr sz="825" b="0" i="0">
                <a:solidFill>
                  <a:srgbClr val="EEEAE1"/>
                </a:solidFill>
                <a:latin typeface="Arial"/>
                <a:ea typeface="Arial"/>
                <a:cs typeface="Arial"/>
              </a:rPr>
              <a:t>state-04-unresolved</a:t>
            </a:r>
          </a:p>
        </p:txBody>
      </p:sp>
      <p:sp>
        <p:nvSpPr>
          <p:cNvPr id="29" name="">
            <a:extLst xmlns:a="http://schemas.openxmlformats.org/drawingml/2006/main">
              <a:ext uri="{FF2B5EF4-FFF2-40B4-BE49-F238E27FC236}">
                <a16:creationId xmlns:a16="http://schemas.microsoft.com/office/drawing/2014/main" id="{3843BAE2-5421-4030-9B80-9A826FB94D11}"/>
              </a:ext>
            </a:extLst>
          </p:cNvPr>
          <p:cNvSpPr>
            <a:spLocks xmlns:a="http://schemas.openxmlformats.org/drawingml/2006/main" noGrp="1"/>
          </p:cNvSpPr>
          <p:nvPr/>
        </p:nvSpPr>
        <p:spPr>
          <a:xfrm xmlns:a="http://schemas.openxmlformats.org/drawingml/2006/main">
            <a:off x="8029575" y="2628900"/>
            <a:ext cx="1943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600" b="0" i="0">
                <a:solidFill>
                  <a:srgbClr val="BDBCB6"/>
                </a:solidFill>
                <a:latin typeface="Arial"/>
                <a:ea typeface="Arial"/>
                <a:cs typeface="Arial"/>
              </a:defRPr>
            </a:defPPr>
            <a:lvl1pPr algn="l">
              <a:defRPr sz="600" b="0" i="0">
                <a:solidFill>
                  <a:srgbClr val="BDBCB6"/>
                </a:solidFill>
                <a:latin typeface="Arial"/>
                <a:ea typeface="Arial"/>
                <a:cs typeface="Arial"/>
              </a:defRPr>
            </a:lvl1pPr>
            <a:lvl2pPr algn="l">
              <a:defRPr sz="600" b="0" i="0">
                <a:solidFill>
                  <a:srgbClr val="BDBCB6"/>
                </a:solidFill>
                <a:latin typeface="Arial"/>
                <a:ea typeface="Arial"/>
                <a:cs typeface="Arial"/>
              </a:defRPr>
            </a:lvl2pPr>
            <a:lvl3pPr algn="l">
              <a:defRPr sz="600" b="0" i="0">
                <a:solidFill>
                  <a:srgbClr val="BDBCB6"/>
                </a:solidFill>
                <a:latin typeface="Arial"/>
                <a:ea typeface="Arial"/>
                <a:cs typeface="Arial"/>
              </a:defRPr>
            </a:lvl3pPr>
            <a:lvl4pPr algn="l">
              <a:defRPr sz="600" b="0" i="0">
                <a:solidFill>
                  <a:srgbClr val="BDBCB6"/>
                </a:solidFill>
                <a:latin typeface="Arial"/>
                <a:ea typeface="Arial"/>
                <a:cs typeface="Arial"/>
              </a:defRPr>
            </a:lvl4pPr>
            <a:lvl5pPr algn="l">
              <a:defRPr sz="600" b="0" i="0">
                <a:solidFill>
                  <a:srgbClr val="BDBCB6"/>
                </a:solidFill>
                <a:latin typeface="Arial"/>
                <a:ea typeface="Arial"/>
                <a:cs typeface="Arial"/>
              </a:defRPr>
            </a:lvl5pPr>
            <a:lvl6pPr algn="l">
              <a:defRPr sz="600" b="0" i="0">
                <a:solidFill>
                  <a:srgbClr val="BDBCB6"/>
                </a:solidFill>
                <a:latin typeface="Arial"/>
                <a:ea typeface="Arial"/>
                <a:cs typeface="Arial"/>
              </a:defRPr>
            </a:lvl6pPr>
            <a:lvl7pPr algn="l">
              <a:defRPr sz="600" b="0" i="0">
                <a:solidFill>
                  <a:srgbClr val="BDBCB6"/>
                </a:solidFill>
                <a:latin typeface="Arial"/>
                <a:ea typeface="Arial"/>
                <a:cs typeface="Arial"/>
              </a:defRPr>
            </a:lvl7pPr>
            <a:lvl8pPr algn="l">
              <a:defRPr sz="600" b="0" i="0">
                <a:solidFill>
                  <a:srgbClr val="BDBCB6"/>
                </a:solidFill>
                <a:latin typeface="Arial"/>
                <a:ea typeface="Arial"/>
                <a:cs typeface="Arial"/>
              </a:defRPr>
            </a:lvl8pPr>
            <a:lvl9pPr algn="l">
              <a:defRPr sz="600" b="0" i="0">
                <a:solidFill>
                  <a:srgbClr val="BDBCB6"/>
                </a:solidFill>
                <a:latin typeface="Arial"/>
                <a:ea typeface="Arial"/>
                <a:cs typeface="Arial"/>
              </a:defRPr>
            </a:lvl9pPr>
          </a:lstStyle>
          <a:p xmlns:a="http://schemas.openxmlformats.org/drawingml/2006/main">
            <a:pPr algn="l">
              <a:defRPr sz="600" b="0" i="0">
                <a:solidFill>
                  <a:srgbClr val="BDBCB6"/>
                </a:solidFill>
                <a:latin typeface="Arial"/>
                <a:ea typeface="Arial"/>
                <a:cs typeface="Arial"/>
              </a:defRPr>
            </a:pPr>
            <a:r>
              <a:rPr sz="600" b="0" i="0">
                <a:solidFill>
                  <a:srgbClr val="BDBCB6"/>
                </a:solidFill>
                <a:latin typeface="Arial"/>
                <a:ea typeface="Arial"/>
                <a:cs typeface="Arial"/>
              </a:rPr>
              <a:t>16:10 interaction state</a:t>
            </a:r>
          </a:p>
        </p:txBody>
      </p:sp>
      <p:sp>
        <p:nvSpPr>
          <p:cNvPr id="30" name="">
            <a:extLst xmlns:a="http://schemas.openxmlformats.org/drawingml/2006/main">
              <a:ext uri="{FF2B5EF4-FFF2-40B4-BE49-F238E27FC236}">
                <a16:creationId xmlns:a16="http://schemas.microsoft.com/office/drawing/2014/main" id="{0E8F3CD7-029B-42A9-B882-7E962777CB6D}"/>
              </a:ext>
            </a:extLst>
          </p:cNvPr>
          <p:cNvSpPr>
            <a:spLocks xmlns:a="http://schemas.openxmlformats.org/drawingml/2006/main" noGrp="1"/>
          </p:cNvSpPr>
          <p:nvPr/>
        </p:nvSpPr>
        <p:spPr>
          <a:xfrm xmlns:a="http://schemas.openxmlformats.org/drawingml/2006/main">
            <a:off x="7896225" y="3143250"/>
            <a:ext cx="22098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773" b="0" i="0">
                <a:solidFill>
                  <a:srgbClr val="EEEAE1"/>
                </a:solidFill>
                <a:latin typeface="Arial"/>
                <a:ea typeface="Arial"/>
                <a:cs typeface="Arial"/>
              </a:defRPr>
            </a:defPPr>
            <a:lvl1pPr algn="l">
              <a:defRPr sz="773" b="0" i="0">
                <a:solidFill>
                  <a:srgbClr val="EEEAE1"/>
                </a:solidFill>
                <a:latin typeface="Arial"/>
                <a:ea typeface="Arial"/>
                <a:cs typeface="Arial"/>
              </a:defRPr>
            </a:lvl1pPr>
            <a:lvl2pPr algn="l">
              <a:defRPr sz="773" b="0" i="0">
                <a:solidFill>
                  <a:srgbClr val="EEEAE1"/>
                </a:solidFill>
                <a:latin typeface="Arial"/>
                <a:ea typeface="Arial"/>
                <a:cs typeface="Arial"/>
              </a:defRPr>
            </a:lvl2pPr>
            <a:lvl3pPr algn="l">
              <a:defRPr sz="773" b="0" i="0">
                <a:solidFill>
                  <a:srgbClr val="EEEAE1"/>
                </a:solidFill>
                <a:latin typeface="Arial"/>
                <a:ea typeface="Arial"/>
                <a:cs typeface="Arial"/>
              </a:defRPr>
            </a:lvl3pPr>
            <a:lvl4pPr algn="l">
              <a:defRPr sz="773" b="0" i="0">
                <a:solidFill>
                  <a:srgbClr val="EEEAE1"/>
                </a:solidFill>
                <a:latin typeface="Arial"/>
                <a:ea typeface="Arial"/>
                <a:cs typeface="Arial"/>
              </a:defRPr>
            </a:lvl4pPr>
            <a:lvl5pPr algn="l">
              <a:defRPr sz="773" b="0" i="0">
                <a:solidFill>
                  <a:srgbClr val="EEEAE1"/>
                </a:solidFill>
                <a:latin typeface="Arial"/>
                <a:ea typeface="Arial"/>
                <a:cs typeface="Arial"/>
              </a:defRPr>
            </a:lvl5pPr>
            <a:lvl6pPr algn="l">
              <a:defRPr sz="773" b="0" i="0">
                <a:solidFill>
                  <a:srgbClr val="EEEAE1"/>
                </a:solidFill>
                <a:latin typeface="Arial"/>
                <a:ea typeface="Arial"/>
                <a:cs typeface="Arial"/>
              </a:defRPr>
            </a:lvl6pPr>
            <a:lvl7pPr algn="l">
              <a:defRPr sz="773" b="0" i="0">
                <a:solidFill>
                  <a:srgbClr val="EEEAE1"/>
                </a:solidFill>
                <a:latin typeface="Arial"/>
                <a:ea typeface="Arial"/>
                <a:cs typeface="Arial"/>
              </a:defRPr>
            </a:lvl7pPr>
            <a:lvl8pPr algn="l">
              <a:defRPr sz="773" b="0" i="0">
                <a:solidFill>
                  <a:srgbClr val="EEEAE1"/>
                </a:solidFill>
                <a:latin typeface="Arial"/>
                <a:ea typeface="Arial"/>
                <a:cs typeface="Arial"/>
              </a:defRPr>
            </a:lvl8pPr>
            <a:lvl9pPr algn="l">
              <a:defRPr sz="773" b="0" i="0">
                <a:solidFill>
                  <a:srgbClr val="EEEAE1"/>
                </a:solidFill>
                <a:latin typeface="Arial"/>
                <a:ea typeface="Arial"/>
                <a:cs typeface="Arial"/>
              </a:defRPr>
            </a:lvl9pPr>
          </a:lstStyle>
          <a:p xmlns:a="http://schemas.openxmlformats.org/drawingml/2006/main">
            <a:pPr algn="l">
              <a:defRPr sz="773" b="0" i="0">
                <a:solidFill>
                  <a:srgbClr val="EEEAE1"/>
                </a:solidFill>
                <a:latin typeface="Arial"/>
                <a:ea typeface="Arial"/>
                <a:cs typeface="Arial"/>
              </a:defRPr>
            </a:pPr>
            <a:r>
              <a:rPr sz="773" b="0" i="0">
                <a:solidFill>
                  <a:srgbClr val="EEEAE1"/>
                </a:solidFill>
                <a:latin typeface="Arial"/>
                <a:ea typeface="Arial"/>
                <a:cs typeface="Arial"/>
              </a:rPr>
              <a:t>The flow suddenly freezes or fades into empty frames. The system becomes quiet, but no definitive answer is returned.</a:t>
            </a:r>
          </a:p>
        </p:txBody>
      </p:sp>
      <p:sp>
        <p:nvSpPr>
          <p:cNvPr id="31" name="">
            <a:extLst xmlns:a="http://schemas.openxmlformats.org/drawingml/2006/main">
              <a:ext uri="{FF2B5EF4-FFF2-40B4-BE49-F238E27FC236}">
                <a16:creationId xmlns:a16="http://schemas.microsoft.com/office/drawing/2014/main" id="{263A7137-C0F9-4664-A3F4-6FAE885DF3D4}"/>
              </a:ext>
            </a:extLst>
          </p:cNvPr>
          <p:cNvSpPr>
            <a:spLocks xmlns:a="http://schemas.openxmlformats.org/drawingml/2006/main" noGrp="1"/>
          </p:cNvSpPr>
          <p:nvPr/>
        </p:nvSpPr>
        <p:spPr>
          <a:xfrm xmlns:a="http://schemas.openxmlformats.org/drawingml/2006/main">
            <a:off x="495300" y="4362450"/>
            <a:ext cx="5905500" cy="2190750"/>
          </a:xfrm>
          <a:prstGeom xmlns:a="http://schemas.openxmlformats.org/drawingml/2006/main" prst="rect">
            <a:avLst/>
          </a:prstGeom>
          <a:solidFill xmlns:a="http://schemas.openxmlformats.org/drawingml/2006/main">
            <a:srgbClr val="292A28"/>
          </a:solidFill>
          <a:ln xmlns:a="http://schemas.openxmlformats.org/drawingml/2006/main" w="9525">
            <a:solidFill>
              <a:srgbClr val="666862"/>
            </a:solidFill>
            <a:prstDash val="solid"/>
          </a:ln>
        </p:spPr>
      </p:sp>
      <p:sp>
        <p:nvSpPr>
          <p:cNvPr id="32" name="">
            <a:extLst xmlns:a="http://schemas.openxmlformats.org/drawingml/2006/main">
              <a:ext uri="{FF2B5EF4-FFF2-40B4-BE49-F238E27FC236}">
                <a16:creationId xmlns:a16="http://schemas.microsoft.com/office/drawing/2014/main" id="{F664E016-1604-418F-BBCD-D7BEB031753C}"/>
              </a:ext>
            </a:extLst>
          </p:cNvPr>
          <p:cNvSpPr>
            <a:spLocks xmlns:a="http://schemas.openxmlformats.org/drawingml/2006/main" noGrp="1"/>
          </p:cNvSpPr>
          <p:nvPr/>
        </p:nvSpPr>
        <p:spPr>
          <a:xfrm xmlns:a="http://schemas.openxmlformats.org/drawingml/2006/main">
            <a:off x="628650" y="4495800"/>
            <a:ext cx="5638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638" b="1" i="0">
                <a:solidFill>
                  <a:srgbClr val="83A7A1"/>
                </a:solidFill>
                <a:latin typeface="Arial"/>
                <a:ea typeface="Arial"/>
                <a:cs typeface="Arial"/>
              </a:defRPr>
            </a:defPPr>
            <a:lvl1pPr algn="l">
              <a:defRPr sz="638" b="1" i="0">
                <a:solidFill>
                  <a:srgbClr val="83A7A1"/>
                </a:solidFill>
                <a:latin typeface="Arial"/>
                <a:ea typeface="Arial"/>
                <a:cs typeface="Arial"/>
              </a:defRPr>
            </a:lvl1pPr>
            <a:lvl2pPr algn="l">
              <a:defRPr sz="638" b="1" i="0">
                <a:solidFill>
                  <a:srgbClr val="83A7A1"/>
                </a:solidFill>
                <a:latin typeface="Arial"/>
                <a:ea typeface="Arial"/>
                <a:cs typeface="Arial"/>
              </a:defRPr>
            </a:lvl2pPr>
            <a:lvl3pPr algn="l">
              <a:defRPr sz="638" b="1" i="0">
                <a:solidFill>
                  <a:srgbClr val="83A7A1"/>
                </a:solidFill>
                <a:latin typeface="Arial"/>
                <a:ea typeface="Arial"/>
                <a:cs typeface="Arial"/>
              </a:defRPr>
            </a:lvl3pPr>
            <a:lvl4pPr algn="l">
              <a:defRPr sz="638" b="1" i="0">
                <a:solidFill>
                  <a:srgbClr val="83A7A1"/>
                </a:solidFill>
                <a:latin typeface="Arial"/>
                <a:ea typeface="Arial"/>
                <a:cs typeface="Arial"/>
              </a:defRPr>
            </a:lvl4pPr>
            <a:lvl5pPr algn="l">
              <a:defRPr sz="638" b="1" i="0">
                <a:solidFill>
                  <a:srgbClr val="83A7A1"/>
                </a:solidFill>
                <a:latin typeface="Arial"/>
                <a:ea typeface="Arial"/>
                <a:cs typeface="Arial"/>
              </a:defRPr>
            </a:lvl5pPr>
            <a:lvl6pPr algn="l">
              <a:defRPr sz="638" b="1" i="0">
                <a:solidFill>
                  <a:srgbClr val="83A7A1"/>
                </a:solidFill>
                <a:latin typeface="Arial"/>
                <a:ea typeface="Arial"/>
                <a:cs typeface="Arial"/>
              </a:defRPr>
            </a:lvl6pPr>
            <a:lvl7pPr algn="l">
              <a:defRPr sz="638" b="1" i="0">
                <a:solidFill>
                  <a:srgbClr val="83A7A1"/>
                </a:solidFill>
                <a:latin typeface="Arial"/>
                <a:ea typeface="Arial"/>
                <a:cs typeface="Arial"/>
              </a:defRPr>
            </a:lvl7pPr>
            <a:lvl8pPr algn="l">
              <a:defRPr sz="638" b="1" i="0">
                <a:solidFill>
                  <a:srgbClr val="83A7A1"/>
                </a:solidFill>
                <a:latin typeface="Arial"/>
                <a:ea typeface="Arial"/>
                <a:cs typeface="Arial"/>
              </a:defRPr>
            </a:lvl8pPr>
            <a:lvl9pPr algn="l">
              <a:defRPr sz="638" b="1" i="0">
                <a:solidFill>
                  <a:srgbClr val="83A7A1"/>
                </a:solidFill>
                <a:latin typeface="Arial"/>
                <a:ea typeface="Arial"/>
                <a:cs typeface="Arial"/>
              </a:defRPr>
            </a:lvl9pPr>
          </a:lstStyle>
          <a:p xmlns:a="http://schemas.openxmlformats.org/drawingml/2006/main">
            <a:pPr algn="l">
              <a:defRPr sz="638" b="1" i="0">
                <a:solidFill>
                  <a:srgbClr val="83A7A1"/>
                </a:solidFill>
                <a:latin typeface="Arial"/>
                <a:ea typeface="Arial"/>
                <a:cs typeface="Arial"/>
              </a:defRPr>
            </a:pPr>
            <a:r>
              <a:rPr sz="638" b="1" i="0">
                <a:solidFill>
                  <a:srgbClr val="83A7A1"/>
                </a:solidFill>
                <a:latin typeface="Arial"/>
                <a:ea typeface="Arial"/>
                <a:cs typeface="Arial"/>
              </a:rPr>
              <a:t>WEB / MOTION DEMO</a:t>
            </a:r>
          </a:p>
        </p:txBody>
      </p:sp>
      <p:sp>
        <p:nvSpPr>
          <p:cNvPr id="33" name="">
            <a:extLst xmlns:a="http://schemas.openxmlformats.org/drawingml/2006/main">
              <a:ext uri="{FF2B5EF4-FFF2-40B4-BE49-F238E27FC236}">
                <a16:creationId xmlns:a16="http://schemas.microsoft.com/office/drawing/2014/main" id="{62C6C489-9016-439E-A5C7-0F0188CDAD0D}"/>
              </a:ext>
            </a:extLst>
          </p:cNvPr>
          <p:cNvSpPr>
            <a:spLocks xmlns:a="http://schemas.openxmlformats.org/drawingml/2006/main" noGrp="1"/>
          </p:cNvSpPr>
          <p:nvPr/>
        </p:nvSpPr>
        <p:spPr>
          <a:xfrm xmlns:a="http://schemas.openxmlformats.org/drawingml/2006/main">
            <a:off x="628650" y="5238750"/>
            <a:ext cx="5638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00" b="0" i="0">
                <a:solidFill>
                  <a:srgbClr val="EEEAE1"/>
                </a:solidFill>
                <a:latin typeface="Georgia"/>
                <a:ea typeface="Georgia"/>
                <a:cs typeface="Georgia"/>
              </a:defRPr>
            </a:defPPr>
            <a:lvl1pPr algn="l">
              <a:defRPr sz="1500" b="0" i="0">
                <a:solidFill>
                  <a:srgbClr val="EEEAE1"/>
                </a:solidFill>
                <a:latin typeface="Georgia"/>
                <a:ea typeface="Georgia"/>
                <a:cs typeface="Georgia"/>
              </a:defRPr>
            </a:lvl1pPr>
            <a:lvl2pPr algn="l">
              <a:defRPr sz="1500" b="0" i="0">
                <a:solidFill>
                  <a:srgbClr val="EEEAE1"/>
                </a:solidFill>
                <a:latin typeface="Georgia"/>
                <a:ea typeface="Georgia"/>
                <a:cs typeface="Georgia"/>
              </a:defRPr>
            </a:lvl2pPr>
            <a:lvl3pPr algn="l">
              <a:defRPr sz="1500" b="0" i="0">
                <a:solidFill>
                  <a:srgbClr val="EEEAE1"/>
                </a:solidFill>
                <a:latin typeface="Georgia"/>
                <a:ea typeface="Georgia"/>
                <a:cs typeface="Georgia"/>
              </a:defRPr>
            </a:lvl3pPr>
            <a:lvl4pPr algn="l">
              <a:defRPr sz="1500" b="0" i="0">
                <a:solidFill>
                  <a:srgbClr val="EEEAE1"/>
                </a:solidFill>
                <a:latin typeface="Georgia"/>
                <a:ea typeface="Georgia"/>
                <a:cs typeface="Georgia"/>
              </a:defRPr>
            </a:lvl4pPr>
            <a:lvl5pPr algn="l">
              <a:defRPr sz="1500" b="0" i="0">
                <a:solidFill>
                  <a:srgbClr val="EEEAE1"/>
                </a:solidFill>
                <a:latin typeface="Georgia"/>
                <a:ea typeface="Georgia"/>
                <a:cs typeface="Georgia"/>
              </a:defRPr>
            </a:lvl5pPr>
            <a:lvl6pPr algn="l">
              <a:defRPr sz="1500" b="0" i="0">
                <a:solidFill>
                  <a:srgbClr val="EEEAE1"/>
                </a:solidFill>
                <a:latin typeface="Georgia"/>
                <a:ea typeface="Georgia"/>
                <a:cs typeface="Georgia"/>
              </a:defRPr>
            </a:lvl6pPr>
            <a:lvl7pPr algn="l">
              <a:defRPr sz="1500" b="0" i="0">
                <a:solidFill>
                  <a:srgbClr val="EEEAE1"/>
                </a:solidFill>
                <a:latin typeface="Georgia"/>
                <a:ea typeface="Georgia"/>
                <a:cs typeface="Georgia"/>
              </a:defRPr>
            </a:lvl7pPr>
            <a:lvl8pPr algn="l">
              <a:defRPr sz="1500" b="0" i="0">
                <a:solidFill>
                  <a:srgbClr val="EEEAE1"/>
                </a:solidFill>
                <a:latin typeface="Georgia"/>
                <a:ea typeface="Georgia"/>
                <a:cs typeface="Georgia"/>
              </a:defRPr>
            </a:lvl8pPr>
            <a:lvl9pPr algn="l">
              <a:defRPr sz="1500" b="0" i="0">
                <a:solidFill>
                  <a:srgbClr val="EEEAE1"/>
                </a:solidFill>
                <a:latin typeface="Georgia"/>
                <a:ea typeface="Georgia"/>
                <a:cs typeface="Georgia"/>
              </a:defRPr>
            </a:lvl9pPr>
          </a:lstStyle>
          <a:p xmlns:a="http://schemas.openxmlformats.org/drawingml/2006/main">
            <a:pPr algn="l">
              <a:defRPr sz="1500" b="0" i="0">
                <a:solidFill>
                  <a:srgbClr val="EEEAE1"/>
                </a:solidFill>
                <a:latin typeface="Georgia"/>
                <a:ea typeface="Georgia"/>
                <a:cs typeface="Georgia"/>
              </a:defRPr>
            </a:pPr>
            <a:r>
              <a:rPr sz="1500" b="0" i="0">
                <a:solidFill>
                  <a:srgbClr val="EEEAE1"/>
                </a:solidFill>
                <a:latin typeface="Georgia"/>
                <a:ea typeface="Georgia"/>
                <a:cs typeface="Georgia"/>
              </a:rPr>
              <a:t>interaction-demo</a:t>
            </a:r>
          </a:p>
        </p:txBody>
      </p:sp>
      <p:sp>
        <p:nvSpPr>
          <p:cNvPr id="34" name="">
            <a:extLst xmlns:a="http://schemas.openxmlformats.org/drawingml/2006/main">
              <a:ext uri="{FF2B5EF4-FFF2-40B4-BE49-F238E27FC236}">
                <a16:creationId xmlns:a16="http://schemas.microsoft.com/office/drawing/2014/main" id="{A4EF4DFB-634E-47D9-AA5E-685ECBE9BCFF}"/>
              </a:ext>
            </a:extLst>
          </p:cNvPr>
          <p:cNvSpPr>
            <a:spLocks xmlns:a="http://schemas.openxmlformats.org/drawingml/2006/main" noGrp="1"/>
          </p:cNvSpPr>
          <p:nvPr/>
        </p:nvSpPr>
        <p:spPr>
          <a:xfrm xmlns:a="http://schemas.openxmlformats.org/drawingml/2006/main">
            <a:off x="628650" y="6191250"/>
            <a:ext cx="5638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660" b="0" i="0">
                <a:solidFill>
                  <a:srgbClr val="BDBCB6"/>
                </a:solidFill>
                <a:latin typeface="Arial"/>
                <a:ea typeface="Arial"/>
                <a:cs typeface="Arial"/>
              </a:defRPr>
            </a:defPPr>
            <a:lvl1pPr algn="l">
              <a:defRPr sz="660" b="0" i="0">
                <a:solidFill>
                  <a:srgbClr val="BDBCB6"/>
                </a:solidFill>
                <a:latin typeface="Arial"/>
                <a:ea typeface="Arial"/>
                <a:cs typeface="Arial"/>
              </a:defRPr>
            </a:lvl1pPr>
            <a:lvl2pPr algn="l">
              <a:defRPr sz="660" b="0" i="0">
                <a:solidFill>
                  <a:srgbClr val="BDBCB6"/>
                </a:solidFill>
                <a:latin typeface="Arial"/>
                <a:ea typeface="Arial"/>
                <a:cs typeface="Arial"/>
              </a:defRPr>
            </a:lvl2pPr>
            <a:lvl3pPr algn="l">
              <a:defRPr sz="660" b="0" i="0">
                <a:solidFill>
                  <a:srgbClr val="BDBCB6"/>
                </a:solidFill>
                <a:latin typeface="Arial"/>
                <a:ea typeface="Arial"/>
                <a:cs typeface="Arial"/>
              </a:defRPr>
            </a:lvl3pPr>
            <a:lvl4pPr algn="l">
              <a:defRPr sz="660" b="0" i="0">
                <a:solidFill>
                  <a:srgbClr val="BDBCB6"/>
                </a:solidFill>
                <a:latin typeface="Arial"/>
                <a:ea typeface="Arial"/>
                <a:cs typeface="Arial"/>
              </a:defRPr>
            </a:lvl4pPr>
            <a:lvl5pPr algn="l">
              <a:defRPr sz="660" b="0" i="0">
                <a:solidFill>
                  <a:srgbClr val="BDBCB6"/>
                </a:solidFill>
                <a:latin typeface="Arial"/>
                <a:ea typeface="Arial"/>
                <a:cs typeface="Arial"/>
              </a:defRPr>
            </a:lvl5pPr>
            <a:lvl6pPr algn="l">
              <a:defRPr sz="660" b="0" i="0">
                <a:solidFill>
                  <a:srgbClr val="BDBCB6"/>
                </a:solidFill>
                <a:latin typeface="Arial"/>
                <a:ea typeface="Arial"/>
                <a:cs typeface="Arial"/>
              </a:defRPr>
            </a:lvl6pPr>
            <a:lvl7pPr algn="l">
              <a:defRPr sz="660" b="0" i="0">
                <a:solidFill>
                  <a:srgbClr val="BDBCB6"/>
                </a:solidFill>
                <a:latin typeface="Arial"/>
                <a:ea typeface="Arial"/>
                <a:cs typeface="Arial"/>
              </a:defRPr>
            </a:lvl7pPr>
            <a:lvl8pPr algn="l">
              <a:defRPr sz="660" b="0" i="0">
                <a:solidFill>
                  <a:srgbClr val="BDBCB6"/>
                </a:solidFill>
                <a:latin typeface="Arial"/>
                <a:ea typeface="Arial"/>
                <a:cs typeface="Arial"/>
              </a:defRPr>
            </a:lvl8pPr>
            <a:lvl9pPr algn="l">
              <a:defRPr sz="660" b="0" i="0">
                <a:solidFill>
                  <a:srgbClr val="BDBCB6"/>
                </a:solidFill>
                <a:latin typeface="Arial"/>
                <a:ea typeface="Arial"/>
                <a:cs typeface="Arial"/>
              </a:defRPr>
            </a:lvl9pPr>
          </a:lstStyle>
          <a:p xmlns:a="http://schemas.openxmlformats.org/drawingml/2006/main">
            <a:pPr algn="l">
              <a:defRPr sz="660" b="0" i="0">
                <a:solidFill>
                  <a:srgbClr val="BDBCB6"/>
                </a:solidFill>
                <a:latin typeface="Arial"/>
                <a:ea typeface="Arial"/>
                <a:cs typeface="Arial"/>
              </a:defRPr>
            </a:pPr>
            <a:r>
              <a:rPr sz="660" b="0" i="0">
                <a:solidFill>
                  <a:srgbClr val="BDBCB6"/>
                </a:solidFill>
                <a:latin typeface="Arial"/>
                <a:ea typeface="Arial"/>
                <a:cs typeface="Arial"/>
              </a:rPr>
              <a:t>Browser mockup / GIF or MP4 / 16:9</a:t>
            </a:r>
          </a:p>
        </p:txBody>
      </p:sp>
      <p:sp>
        <p:nvSpPr>
          <p:cNvPr id="35" name="">
            <a:extLst xmlns:a="http://schemas.openxmlformats.org/drawingml/2006/main">
              <a:ext uri="{FF2B5EF4-FFF2-40B4-BE49-F238E27FC236}">
                <a16:creationId xmlns:a16="http://schemas.microsoft.com/office/drawing/2014/main" id="{92E2A70A-B066-46D9-8E65-8E9F954A9791}"/>
              </a:ext>
            </a:extLst>
          </p:cNvPr>
          <p:cNvSpPr>
            <a:spLocks xmlns:a="http://schemas.openxmlformats.org/drawingml/2006/main" noGrp="1"/>
          </p:cNvSpPr>
          <p:nvPr/>
        </p:nvSpPr>
        <p:spPr>
          <a:xfrm xmlns:a="http://schemas.openxmlformats.org/drawingml/2006/main">
            <a:off x="6743700" y="4400550"/>
            <a:ext cx="1619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713" b="1" i="0">
                <a:solidFill>
                  <a:srgbClr val="83A7A1"/>
                </a:solidFill>
                <a:latin typeface="Arial"/>
                <a:ea typeface="Arial"/>
                <a:cs typeface="Arial"/>
              </a:defRPr>
            </a:defPPr>
            <a:lvl1pPr algn="l">
              <a:defRPr sz="713" b="1" i="0">
                <a:solidFill>
                  <a:srgbClr val="83A7A1"/>
                </a:solidFill>
                <a:latin typeface="Arial"/>
                <a:ea typeface="Arial"/>
                <a:cs typeface="Arial"/>
              </a:defRPr>
            </a:lvl1pPr>
            <a:lvl2pPr algn="l">
              <a:defRPr sz="713" b="1" i="0">
                <a:solidFill>
                  <a:srgbClr val="83A7A1"/>
                </a:solidFill>
                <a:latin typeface="Arial"/>
                <a:ea typeface="Arial"/>
                <a:cs typeface="Arial"/>
              </a:defRPr>
            </a:lvl2pPr>
            <a:lvl3pPr algn="l">
              <a:defRPr sz="713" b="1" i="0">
                <a:solidFill>
                  <a:srgbClr val="83A7A1"/>
                </a:solidFill>
                <a:latin typeface="Arial"/>
                <a:ea typeface="Arial"/>
                <a:cs typeface="Arial"/>
              </a:defRPr>
            </a:lvl3pPr>
            <a:lvl4pPr algn="l">
              <a:defRPr sz="713" b="1" i="0">
                <a:solidFill>
                  <a:srgbClr val="83A7A1"/>
                </a:solidFill>
                <a:latin typeface="Arial"/>
                <a:ea typeface="Arial"/>
                <a:cs typeface="Arial"/>
              </a:defRPr>
            </a:lvl4pPr>
            <a:lvl5pPr algn="l">
              <a:defRPr sz="713" b="1" i="0">
                <a:solidFill>
                  <a:srgbClr val="83A7A1"/>
                </a:solidFill>
                <a:latin typeface="Arial"/>
                <a:ea typeface="Arial"/>
                <a:cs typeface="Arial"/>
              </a:defRPr>
            </a:lvl5pPr>
            <a:lvl6pPr algn="l">
              <a:defRPr sz="713" b="1" i="0">
                <a:solidFill>
                  <a:srgbClr val="83A7A1"/>
                </a:solidFill>
                <a:latin typeface="Arial"/>
                <a:ea typeface="Arial"/>
                <a:cs typeface="Arial"/>
              </a:defRPr>
            </a:lvl6pPr>
            <a:lvl7pPr algn="l">
              <a:defRPr sz="713" b="1" i="0">
                <a:solidFill>
                  <a:srgbClr val="83A7A1"/>
                </a:solidFill>
                <a:latin typeface="Arial"/>
                <a:ea typeface="Arial"/>
                <a:cs typeface="Arial"/>
              </a:defRPr>
            </a:lvl7pPr>
            <a:lvl8pPr algn="l">
              <a:defRPr sz="713" b="1" i="0">
                <a:solidFill>
                  <a:srgbClr val="83A7A1"/>
                </a:solidFill>
                <a:latin typeface="Arial"/>
                <a:ea typeface="Arial"/>
                <a:cs typeface="Arial"/>
              </a:defRPr>
            </a:lvl8pPr>
            <a:lvl9pPr algn="l">
              <a:defRPr sz="713" b="1" i="0">
                <a:solidFill>
                  <a:srgbClr val="83A7A1"/>
                </a:solidFill>
                <a:latin typeface="Arial"/>
                <a:ea typeface="Arial"/>
                <a:cs typeface="Arial"/>
              </a:defRPr>
            </a:lvl9pPr>
          </a:lstStyle>
          <a:p xmlns:a="http://schemas.openxmlformats.org/drawingml/2006/main">
            <a:pPr algn="l">
              <a:defRPr sz="713" b="1" i="0">
                <a:solidFill>
                  <a:srgbClr val="83A7A1"/>
                </a:solidFill>
                <a:latin typeface="Arial"/>
                <a:ea typeface="Arial"/>
                <a:cs typeface="Arial"/>
              </a:defRPr>
            </a:pPr>
            <a:r>
              <a:rPr sz="713" b="1" i="0">
                <a:solidFill>
                  <a:srgbClr val="83A7A1"/>
                </a:solidFill>
                <a:latin typeface="Arial"/>
                <a:ea typeface="Arial"/>
                <a:cs typeface="Arial"/>
              </a:rPr>
              <a:t>INTERACTION</a:t>
            </a:r>
          </a:p>
        </p:txBody>
      </p:sp>
      <p:sp>
        <p:nvSpPr>
          <p:cNvPr id="36" name="">
            <a:extLst xmlns:a="http://schemas.openxmlformats.org/drawingml/2006/main">
              <a:ext uri="{FF2B5EF4-FFF2-40B4-BE49-F238E27FC236}">
                <a16:creationId xmlns:a16="http://schemas.microsoft.com/office/drawing/2014/main" id="{66EF1A6A-6F2A-418A-A79E-AFEA7976E3CE}"/>
              </a:ext>
            </a:extLst>
          </p:cNvPr>
          <p:cNvSpPr>
            <a:spLocks xmlns:a="http://schemas.openxmlformats.org/drawingml/2006/main" noGrp="1"/>
          </p:cNvSpPr>
          <p:nvPr/>
        </p:nvSpPr>
        <p:spPr>
          <a:xfrm xmlns:a="http://schemas.openxmlformats.org/drawingml/2006/main">
            <a:off x="6743700" y="4686300"/>
            <a:ext cx="20764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065" b="0" i="0">
                <a:solidFill>
                  <a:srgbClr val="EEEAE1"/>
                </a:solidFill>
                <a:latin typeface="Georgia"/>
                <a:ea typeface="Georgia"/>
                <a:cs typeface="Georgia"/>
              </a:defRPr>
            </a:defPPr>
            <a:lvl1pPr algn="l">
              <a:defRPr sz="1065" b="0" i="0">
                <a:solidFill>
                  <a:srgbClr val="EEEAE1"/>
                </a:solidFill>
                <a:latin typeface="Georgia"/>
                <a:ea typeface="Georgia"/>
                <a:cs typeface="Georgia"/>
              </a:defRPr>
            </a:lvl1pPr>
            <a:lvl2pPr algn="l">
              <a:defRPr sz="1065" b="0" i="0">
                <a:solidFill>
                  <a:srgbClr val="EEEAE1"/>
                </a:solidFill>
                <a:latin typeface="Georgia"/>
                <a:ea typeface="Georgia"/>
                <a:cs typeface="Georgia"/>
              </a:defRPr>
            </a:lvl2pPr>
            <a:lvl3pPr algn="l">
              <a:defRPr sz="1065" b="0" i="0">
                <a:solidFill>
                  <a:srgbClr val="EEEAE1"/>
                </a:solidFill>
                <a:latin typeface="Georgia"/>
                <a:ea typeface="Georgia"/>
                <a:cs typeface="Georgia"/>
              </a:defRPr>
            </a:lvl3pPr>
            <a:lvl4pPr algn="l">
              <a:defRPr sz="1065" b="0" i="0">
                <a:solidFill>
                  <a:srgbClr val="EEEAE1"/>
                </a:solidFill>
                <a:latin typeface="Georgia"/>
                <a:ea typeface="Georgia"/>
                <a:cs typeface="Georgia"/>
              </a:defRPr>
            </a:lvl4pPr>
            <a:lvl5pPr algn="l">
              <a:defRPr sz="1065" b="0" i="0">
                <a:solidFill>
                  <a:srgbClr val="EEEAE1"/>
                </a:solidFill>
                <a:latin typeface="Georgia"/>
                <a:ea typeface="Georgia"/>
                <a:cs typeface="Georgia"/>
              </a:defRPr>
            </a:lvl5pPr>
            <a:lvl6pPr algn="l">
              <a:defRPr sz="1065" b="0" i="0">
                <a:solidFill>
                  <a:srgbClr val="EEEAE1"/>
                </a:solidFill>
                <a:latin typeface="Georgia"/>
                <a:ea typeface="Georgia"/>
                <a:cs typeface="Georgia"/>
              </a:defRPr>
            </a:lvl6pPr>
            <a:lvl7pPr algn="l">
              <a:defRPr sz="1065" b="0" i="0">
                <a:solidFill>
                  <a:srgbClr val="EEEAE1"/>
                </a:solidFill>
                <a:latin typeface="Georgia"/>
                <a:ea typeface="Georgia"/>
                <a:cs typeface="Georgia"/>
              </a:defRPr>
            </a:lvl7pPr>
            <a:lvl8pPr algn="l">
              <a:defRPr sz="1065" b="0" i="0">
                <a:solidFill>
                  <a:srgbClr val="EEEAE1"/>
                </a:solidFill>
                <a:latin typeface="Georgia"/>
                <a:ea typeface="Georgia"/>
                <a:cs typeface="Georgia"/>
              </a:defRPr>
            </a:lvl8pPr>
            <a:lvl9pPr algn="l">
              <a:defRPr sz="1065" b="0" i="0">
                <a:solidFill>
                  <a:srgbClr val="EEEAE1"/>
                </a:solidFill>
                <a:latin typeface="Georgia"/>
                <a:ea typeface="Georgia"/>
                <a:cs typeface="Georgia"/>
              </a:defRPr>
            </a:lvl9pPr>
          </a:lstStyle>
          <a:p xmlns:a="http://schemas.openxmlformats.org/drawingml/2006/main">
            <a:pPr algn="l">
              <a:defRPr sz="1065" b="0" i="0">
                <a:solidFill>
                  <a:srgbClr val="EEEAE1"/>
                </a:solidFill>
                <a:latin typeface="Georgia"/>
                <a:ea typeface="Georgia"/>
                <a:cs typeface="Georgia"/>
              </a:defRPr>
            </a:pPr>
            <a:r>
              <a:rPr sz="1065" b="0" i="0">
                <a:solidFill>
                  <a:srgbClr val="EEEAE1"/>
                </a:solidFill>
                <a:latin typeface="Georgia"/>
                <a:ea typeface="Georgia"/>
                <a:cs typeface="Georgia"/>
              </a:rPr>
              <a:t>Scrolling does not simply reveal content. Each continued movement adds signals, windows, and copies until the portrait can no longer be read as a stable whole.</a:t>
            </a:r>
          </a:p>
        </p:txBody>
      </p:sp>
      <p:sp>
        <p:nvSpPr>
          <p:cNvPr id="37" name="">
            <a:extLst xmlns:a="http://schemas.openxmlformats.org/drawingml/2006/main">
              <a:ext uri="{FF2B5EF4-FFF2-40B4-BE49-F238E27FC236}">
                <a16:creationId xmlns:a16="http://schemas.microsoft.com/office/drawing/2014/main" id="{23D51575-8AE9-4C3F-A7F5-793F3D6A49A2}"/>
              </a:ext>
            </a:extLst>
          </p:cNvPr>
          <p:cNvSpPr>
            <a:spLocks xmlns:a="http://schemas.openxmlformats.org/drawingml/2006/main" noGrp="1"/>
          </p:cNvSpPr>
          <p:nvPr/>
        </p:nvSpPr>
        <p:spPr>
          <a:xfrm xmlns:a="http://schemas.openxmlformats.org/drawingml/2006/main">
            <a:off x="6743700" y="5943600"/>
            <a:ext cx="762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675" b="1" i="0">
                <a:solidFill>
                  <a:srgbClr val="83A7A1"/>
                </a:solidFill>
                <a:latin typeface="Arial"/>
                <a:ea typeface="Arial"/>
                <a:cs typeface="Arial"/>
              </a:defRPr>
            </a:defPPr>
            <a:lvl1pPr algn="l">
              <a:defRPr sz="675" b="1" i="0">
                <a:solidFill>
                  <a:srgbClr val="83A7A1"/>
                </a:solidFill>
                <a:latin typeface="Arial"/>
                <a:ea typeface="Arial"/>
                <a:cs typeface="Arial"/>
              </a:defRPr>
            </a:lvl1pPr>
            <a:lvl2pPr algn="l">
              <a:defRPr sz="675" b="1" i="0">
                <a:solidFill>
                  <a:srgbClr val="83A7A1"/>
                </a:solidFill>
                <a:latin typeface="Arial"/>
                <a:ea typeface="Arial"/>
                <a:cs typeface="Arial"/>
              </a:defRPr>
            </a:lvl2pPr>
            <a:lvl3pPr algn="l">
              <a:defRPr sz="675" b="1" i="0">
                <a:solidFill>
                  <a:srgbClr val="83A7A1"/>
                </a:solidFill>
                <a:latin typeface="Arial"/>
                <a:ea typeface="Arial"/>
                <a:cs typeface="Arial"/>
              </a:defRPr>
            </a:lvl3pPr>
            <a:lvl4pPr algn="l">
              <a:defRPr sz="675" b="1" i="0">
                <a:solidFill>
                  <a:srgbClr val="83A7A1"/>
                </a:solidFill>
                <a:latin typeface="Arial"/>
                <a:ea typeface="Arial"/>
                <a:cs typeface="Arial"/>
              </a:defRPr>
            </a:lvl4pPr>
            <a:lvl5pPr algn="l">
              <a:defRPr sz="675" b="1" i="0">
                <a:solidFill>
                  <a:srgbClr val="83A7A1"/>
                </a:solidFill>
                <a:latin typeface="Arial"/>
                <a:ea typeface="Arial"/>
                <a:cs typeface="Arial"/>
              </a:defRPr>
            </a:lvl5pPr>
            <a:lvl6pPr algn="l">
              <a:defRPr sz="675" b="1" i="0">
                <a:solidFill>
                  <a:srgbClr val="83A7A1"/>
                </a:solidFill>
                <a:latin typeface="Arial"/>
                <a:ea typeface="Arial"/>
                <a:cs typeface="Arial"/>
              </a:defRPr>
            </a:lvl6pPr>
            <a:lvl7pPr algn="l">
              <a:defRPr sz="675" b="1" i="0">
                <a:solidFill>
                  <a:srgbClr val="83A7A1"/>
                </a:solidFill>
                <a:latin typeface="Arial"/>
                <a:ea typeface="Arial"/>
                <a:cs typeface="Arial"/>
              </a:defRPr>
            </a:lvl7pPr>
            <a:lvl8pPr algn="l">
              <a:defRPr sz="675" b="1" i="0">
                <a:solidFill>
                  <a:srgbClr val="83A7A1"/>
                </a:solidFill>
                <a:latin typeface="Arial"/>
                <a:ea typeface="Arial"/>
                <a:cs typeface="Arial"/>
              </a:defRPr>
            </a:lvl8pPr>
            <a:lvl9pPr algn="l">
              <a:defRPr sz="675" b="1" i="0">
                <a:solidFill>
                  <a:srgbClr val="83A7A1"/>
                </a:solidFill>
                <a:latin typeface="Arial"/>
                <a:ea typeface="Arial"/>
                <a:cs typeface="Arial"/>
              </a:defRPr>
            </a:lvl9pPr>
          </a:lstStyle>
          <a:p xmlns:a="http://schemas.openxmlformats.org/drawingml/2006/main">
            <a:pPr algn="l">
              <a:defRPr sz="675" b="1" i="0">
                <a:solidFill>
                  <a:srgbClr val="83A7A1"/>
                </a:solidFill>
                <a:latin typeface="Arial"/>
                <a:ea typeface="Arial"/>
                <a:cs typeface="Arial"/>
              </a:defRPr>
            </a:pPr>
            <a:r>
              <a:rPr sz="675" b="1" i="0">
                <a:solidFill>
                  <a:srgbClr val="83A7A1"/>
                </a:solidFill>
                <a:latin typeface="Arial"/>
                <a:ea typeface="Arial"/>
                <a:cs typeface="Arial"/>
              </a:rPr>
              <a:t>TOOLS</a:t>
            </a:r>
          </a:p>
        </p:txBody>
      </p:sp>
      <p:sp>
        <p:nvSpPr>
          <p:cNvPr id="38" name="">
            <a:extLst xmlns:a="http://schemas.openxmlformats.org/drawingml/2006/main">
              <a:ext uri="{FF2B5EF4-FFF2-40B4-BE49-F238E27FC236}">
                <a16:creationId xmlns:a16="http://schemas.microsoft.com/office/drawing/2014/main" id="{88DC27D8-EF37-47DE-BD50-CF1ADF031B56}"/>
              </a:ext>
            </a:extLst>
          </p:cNvPr>
          <p:cNvSpPr>
            <a:spLocks xmlns:a="http://schemas.openxmlformats.org/drawingml/2006/main" noGrp="1"/>
          </p:cNvSpPr>
          <p:nvPr/>
        </p:nvSpPr>
        <p:spPr>
          <a:xfrm xmlns:a="http://schemas.openxmlformats.org/drawingml/2006/main">
            <a:off x="6743700" y="6172200"/>
            <a:ext cx="2076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788" b="0" i="0">
                <a:solidFill>
                  <a:srgbClr val="BDBCB6"/>
                </a:solidFill>
                <a:latin typeface="Arial"/>
                <a:ea typeface="Arial"/>
                <a:cs typeface="Arial"/>
              </a:defRPr>
            </a:defPPr>
            <a:lvl1pPr algn="l">
              <a:defRPr sz="788" b="0" i="0">
                <a:solidFill>
                  <a:srgbClr val="BDBCB6"/>
                </a:solidFill>
                <a:latin typeface="Arial"/>
                <a:ea typeface="Arial"/>
                <a:cs typeface="Arial"/>
              </a:defRPr>
            </a:lvl1pPr>
            <a:lvl2pPr algn="l">
              <a:defRPr sz="788" b="0" i="0">
                <a:solidFill>
                  <a:srgbClr val="BDBCB6"/>
                </a:solidFill>
                <a:latin typeface="Arial"/>
                <a:ea typeface="Arial"/>
                <a:cs typeface="Arial"/>
              </a:defRPr>
            </a:lvl2pPr>
            <a:lvl3pPr algn="l">
              <a:defRPr sz="788" b="0" i="0">
                <a:solidFill>
                  <a:srgbClr val="BDBCB6"/>
                </a:solidFill>
                <a:latin typeface="Arial"/>
                <a:ea typeface="Arial"/>
                <a:cs typeface="Arial"/>
              </a:defRPr>
            </a:lvl3pPr>
            <a:lvl4pPr algn="l">
              <a:defRPr sz="788" b="0" i="0">
                <a:solidFill>
                  <a:srgbClr val="BDBCB6"/>
                </a:solidFill>
                <a:latin typeface="Arial"/>
                <a:ea typeface="Arial"/>
                <a:cs typeface="Arial"/>
              </a:defRPr>
            </a:lvl4pPr>
            <a:lvl5pPr algn="l">
              <a:defRPr sz="788" b="0" i="0">
                <a:solidFill>
                  <a:srgbClr val="BDBCB6"/>
                </a:solidFill>
                <a:latin typeface="Arial"/>
                <a:ea typeface="Arial"/>
                <a:cs typeface="Arial"/>
              </a:defRPr>
            </a:lvl5pPr>
            <a:lvl6pPr algn="l">
              <a:defRPr sz="788" b="0" i="0">
                <a:solidFill>
                  <a:srgbClr val="BDBCB6"/>
                </a:solidFill>
                <a:latin typeface="Arial"/>
                <a:ea typeface="Arial"/>
                <a:cs typeface="Arial"/>
              </a:defRPr>
            </a:lvl6pPr>
            <a:lvl7pPr algn="l">
              <a:defRPr sz="788" b="0" i="0">
                <a:solidFill>
                  <a:srgbClr val="BDBCB6"/>
                </a:solidFill>
                <a:latin typeface="Arial"/>
                <a:ea typeface="Arial"/>
                <a:cs typeface="Arial"/>
              </a:defRPr>
            </a:lvl7pPr>
            <a:lvl8pPr algn="l">
              <a:defRPr sz="788" b="0" i="0">
                <a:solidFill>
                  <a:srgbClr val="BDBCB6"/>
                </a:solidFill>
                <a:latin typeface="Arial"/>
                <a:ea typeface="Arial"/>
                <a:cs typeface="Arial"/>
              </a:defRPr>
            </a:lvl8pPr>
            <a:lvl9pPr algn="l">
              <a:defRPr sz="788" b="0" i="0">
                <a:solidFill>
                  <a:srgbClr val="BDBCB6"/>
                </a:solidFill>
                <a:latin typeface="Arial"/>
                <a:ea typeface="Arial"/>
                <a:cs typeface="Arial"/>
              </a:defRPr>
            </a:lvl9pPr>
          </a:lstStyle>
          <a:p xmlns:a="http://schemas.openxmlformats.org/drawingml/2006/main">
            <a:pPr algn="l">
              <a:defRPr sz="788" b="0" i="0">
                <a:solidFill>
                  <a:srgbClr val="BDBCB6"/>
                </a:solidFill>
                <a:latin typeface="Arial"/>
                <a:ea typeface="Arial"/>
                <a:cs typeface="Arial"/>
              </a:defRPr>
            </a:pPr>
            <a:r>
              <a:rPr sz="788" b="0" i="0">
                <a:solidFill>
                  <a:srgbClr val="BDBCB6"/>
                </a:solidFill>
                <a:latin typeface="Arial"/>
                <a:ea typeface="Arial"/>
                <a:cs typeface="Arial"/>
              </a:rPr>
              <a:t>Illustration / Image Editing / HTML / CSS / JavaScript</a:t>
            </a:r>
          </a:p>
        </p:txBody>
      </p:sp>
      <p:sp>
        <p:nvSpPr>
          <p:cNvPr id="39" name="">
            <a:extLst xmlns:a="http://schemas.openxmlformats.org/drawingml/2006/main">
              <a:ext uri="{FF2B5EF4-FFF2-40B4-BE49-F238E27FC236}">
                <a16:creationId xmlns:a16="http://schemas.microsoft.com/office/drawing/2014/main" id="{8FE233AB-8B33-4B78-88C3-B7CB150A3752}"/>
              </a:ext>
            </a:extLst>
          </p:cNvPr>
          <p:cNvSpPr>
            <a:spLocks xmlns:a="http://schemas.openxmlformats.org/drawingml/2006/main" noGrp="1"/>
          </p:cNvSpPr>
          <p:nvPr/>
        </p:nvSpPr>
        <p:spPr>
          <a:xfrm xmlns:a="http://schemas.openxmlformats.org/drawingml/2006/main">
            <a:off x="9067800" y="4686300"/>
            <a:ext cx="1104900" cy="1104900"/>
          </a:xfrm>
          <a:prstGeom xmlns:a="http://schemas.openxmlformats.org/drawingml/2006/main" prst="rect">
            <a:avLst/>
          </a:prstGeom>
          <a:solidFill xmlns:a="http://schemas.openxmlformats.org/drawingml/2006/main">
            <a:srgbClr val="292A28"/>
          </a:solidFill>
          <a:ln xmlns:a="http://schemas.openxmlformats.org/drawingml/2006/main" w="9525">
            <a:solidFill>
              <a:srgbClr val="666862"/>
            </a:solidFill>
            <a:prstDash val="solid"/>
          </a:ln>
        </p:spPr>
      </p:sp>
      <p:sp>
        <p:nvSpPr>
          <p:cNvPr id="40" name="">
            <a:extLst xmlns:a="http://schemas.openxmlformats.org/drawingml/2006/main">
              <a:ext uri="{FF2B5EF4-FFF2-40B4-BE49-F238E27FC236}">
                <a16:creationId xmlns:a16="http://schemas.microsoft.com/office/drawing/2014/main" id="{1A68DA8A-6B72-4DC9-8307-CC3EC0886B37}"/>
              </a:ext>
            </a:extLst>
          </p:cNvPr>
          <p:cNvSpPr>
            <a:spLocks xmlns:a="http://schemas.openxmlformats.org/drawingml/2006/main" noGrp="1"/>
          </p:cNvSpPr>
          <p:nvPr/>
        </p:nvSpPr>
        <p:spPr>
          <a:xfrm xmlns:a="http://schemas.openxmlformats.org/drawingml/2006/main">
            <a:off x="9201150" y="4819650"/>
            <a:ext cx="8382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525" b="1" i="0">
                <a:solidFill>
                  <a:srgbClr val="83A7A1"/>
                </a:solidFill>
                <a:latin typeface="Arial"/>
                <a:ea typeface="Arial"/>
                <a:cs typeface="Arial"/>
              </a:defRPr>
            </a:defPPr>
            <a:lvl1pPr algn="l">
              <a:defRPr sz="525" b="1" i="0">
                <a:solidFill>
                  <a:srgbClr val="83A7A1"/>
                </a:solidFill>
                <a:latin typeface="Arial"/>
                <a:ea typeface="Arial"/>
                <a:cs typeface="Arial"/>
              </a:defRPr>
            </a:lvl1pPr>
            <a:lvl2pPr algn="l">
              <a:defRPr sz="525" b="1" i="0">
                <a:solidFill>
                  <a:srgbClr val="83A7A1"/>
                </a:solidFill>
                <a:latin typeface="Arial"/>
                <a:ea typeface="Arial"/>
                <a:cs typeface="Arial"/>
              </a:defRPr>
            </a:lvl2pPr>
            <a:lvl3pPr algn="l">
              <a:defRPr sz="525" b="1" i="0">
                <a:solidFill>
                  <a:srgbClr val="83A7A1"/>
                </a:solidFill>
                <a:latin typeface="Arial"/>
                <a:ea typeface="Arial"/>
                <a:cs typeface="Arial"/>
              </a:defRPr>
            </a:lvl3pPr>
            <a:lvl4pPr algn="l">
              <a:defRPr sz="525" b="1" i="0">
                <a:solidFill>
                  <a:srgbClr val="83A7A1"/>
                </a:solidFill>
                <a:latin typeface="Arial"/>
                <a:ea typeface="Arial"/>
                <a:cs typeface="Arial"/>
              </a:defRPr>
            </a:lvl4pPr>
            <a:lvl5pPr algn="l">
              <a:defRPr sz="525" b="1" i="0">
                <a:solidFill>
                  <a:srgbClr val="83A7A1"/>
                </a:solidFill>
                <a:latin typeface="Arial"/>
                <a:ea typeface="Arial"/>
                <a:cs typeface="Arial"/>
              </a:defRPr>
            </a:lvl5pPr>
            <a:lvl6pPr algn="l">
              <a:defRPr sz="525" b="1" i="0">
                <a:solidFill>
                  <a:srgbClr val="83A7A1"/>
                </a:solidFill>
                <a:latin typeface="Arial"/>
                <a:ea typeface="Arial"/>
                <a:cs typeface="Arial"/>
              </a:defRPr>
            </a:lvl6pPr>
            <a:lvl7pPr algn="l">
              <a:defRPr sz="525" b="1" i="0">
                <a:solidFill>
                  <a:srgbClr val="83A7A1"/>
                </a:solidFill>
                <a:latin typeface="Arial"/>
                <a:ea typeface="Arial"/>
                <a:cs typeface="Arial"/>
              </a:defRPr>
            </a:lvl7pPr>
            <a:lvl8pPr algn="l">
              <a:defRPr sz="525" b="1" i="0">
                <a:solidFill>
                  <a:srgbClr val="83A7A1"/>
                </a:solidFill>
                <a:latin typeface="Arial"/>
                <a:ea typeface="Arial"/>
                <a:cs typeface="Arial"/>
              </a:defRPr>
            </a:lvl8pPr>
            <a:lvl9pPr algn="l">
              <a:defRPr sz="525" b="1" i="0">
                <a:solidFill>
                  <a:srgbClr val="83A7A1"/>
                </a:solidFill>
                <a:latin typeface="Arial"/>
                <a:ea typeface="Arial"/>
                <a:cs typeface="Arial"/>
              </a:defRPr>
            </a:lvl9pPr>
          </a:lstStyle>
          <a:p xmlns:a="http://schemas.openxmlformats.org/drawingml/2006/main">
            <a:pPr algn="l">
              <a:defRPr sz="525" b="1" i="0">
                <a:solidFill>
                  <a:srgbClr val="83A7A1"/>
                </a:solidFill>
                <a:latin typeface="Arial"/>
                <a:ea typeface="Arial"/>
                <a:cs typeface="Arial"/>
              </a:defRPr>
            </a:pPr>
            <a:r>
              <a:rPr sz="525" b="1" i="0">
                <a:solidFill>
                  <a:srgbClr val="83A7A1"/>
                </a:solidFill>
                <a:latin typeface="Arial"/>
                <a:ea typeface="Arial"/>
                <a:cs typeface="Arial"/>
              </a:rPr>
              <a:t>ASSET NEEDED</a:t>
            </a:r>
          </a:p>
        </p:txBody>
      </p:sp>
      <p:sp>
        <p:nvSpPr>
          <p:cNvPr id="41" name="">
            <a:extLst xmlns:a="http://schemas.openxmlformats.org/drawingml/2006/main">
              <a:ext uri="{FF2B5EF4-FFF2-40B4-BE49-F238E27FC236}">
                <a16:creationId xmlns:a16="http://schemas.microsoft.com/office/drawing/2014/main" id="{8BA59AC8-6871-46BF-AC5C-D0BF5B151B0F}"/>
              </a:ext>
            </a:extLst>
          </p:cNvPr>
          <p:cNvSpPr>
            <a:spLocks xmlns:a="http://schemas.openxmlformats.org/drawingml/2006/main" noGrp="1"/>
          </p:cNvSpPr>
          <p:nvPr/>
        </p:nvSpPr>
        <p:spPr>
          <a:xfrm xmlns:a="http://schemas.openxmlformats.org/drawingml/2006/main">
            <a:off x="9201150" y="5128260"/>
            <a:ext cx="838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690" b="0" i="0">
                <a:solidFill>
                  <a:srgbClr val="EEEAE1"/>
                </a:solidFill>
                <a:latin typeface="Arial"/>
                <a:ea typeface="Arial"/>
                <a:cs typeface="Arial"/>
              </a:defRPr>
            </a:defPPr>
            <a:lvl1pPr algn="ctr">
              <a:defRPr sz="690" b="0" i="0">
                <a:solidFill>
                  <a:srgbClr val="EEEAE1"/>
                </a:solidFill>
                <a:latin typeface="Arial"/>
                <a:ea typeface="Arial"/>
                <a:cs typeface="Arial"/>
              </a:defRPr>
            </a:lvl1pPr>
            <a:lvl2pPr algn="ctr">
              <a:defRPr sz="690" b="0" i="0">
                <a:solidFill>
                  <a:srgbClr val="EEEAE1"/>
                </a:solidFill>
                <a:latin typeface="Arial"/>
                <a:ea typeface="Arial"/>
                <a:cs typeface="Arial"/>
              </a:defRPr>
            </a:lvl2pPr>
            <a:lvl3pPr algn="ctr">
              <a:defRPr sz="690" b="0" i="0">
                <a:solidFill>
                  <a:srgbClr val="EEEAE1"/>
                </a:solidFill>
                <a:latin typeface="Arial"/>
                <a:ea typeface="Arial"/>
                <a:cs typeface="Arial"/>
              </a:defRPr>
            </a:lvl3pPr>
            <a:lvl4pPr algn="ctr">
              <a:defRPr sz="690" b="0" i="0">
                <a:solidFill>
                  <a:srgbClr val="EEEAE1"/>
                </a:solidFill>
                <a:latin typeface="Arial"/>
                <a:ea typeface="Arial"/>
                <a:cs typeface="Arial"/>
              </a:defRPr>
            </a:lvl4pPr>
            <a:lvl5pPr algn="ctr">
              <a:defRPr sz="690" b="0" i="0">
                <a:solidFill>
                  <a:srgbClr val="EEEAE1"/>
                </a:solidFill>
                <a:latin typeface="Arial"/>
                <a:ea typeface="Arial"/>
                <a:cs typeface="Arial"/>
              </a:defRPr>
            </a:lvl5pPr>
            <a:lvl6pPr algn="ctr">
              <a:defRPr sz="690" b="0" i="0">
                <a:solidFill>
                  <a:srgbClr val="EEEAE1"/>
                </a:solidFill>
                <a:latin typeface="Arial"/>
                <a:ea typeface="Arial"/>
                <a:cs typeface="Arial"/>
              </a:defRPr>
            </a:lvl6pPr>
            <a:lvl7pPr algn="ctr">
              <a:defRPr sz="690" b="0" i="0">
                <a:solidFill>
                  <a:srgbClr val="EEEAE1"/>
                </a:solidFill>
                <a:latin typeface="Arial"/>
                <a:ea typeface="Arial"/>
                <a:cs typeface="Arial"/>
              </a:defRPr>
            </a:lvl7pPr>
            <a:lvl8pPr algn="ctr">
              <a:defRPr sz="690" b="0" i="0">
                <a:solidFill>
                  <a:srgbClr val="EEEAE1"/>
                </a:solidFill>
                <a:latin typeface="Arial"/>
                <a:ea typeface="Arial"/>
                <a:cs typeface="Arial"/>
              </a:defRPr>
            </a:lvl8pPr>
            <a:lvl9pPr algn="ctr">
              <a:defRPr sz="690" b="0" i="0">
                <a:solidFill>
                  <a:srgbClr val="EEEAE1"/>
                </a:solidFill>
                <a:latin typeface="Arial"/>
                <a:ea typeface="Arial"/>
                <a:cs typeface="Arial"/>
              </a:defRPr>
            </a:lvl9pPr>
          </a:lstStyle>
          <a:p xmlns:a="http://schemas.openxmlformats.org/drawingml/2006/main">
            <a:pPr algn="ctr">
              <a:defRPr sz="690" b="0" i="0">
                <a:solidFill>
                  <a:srgbClr val="EEEAE1"/>
                </a:solidFill>
                <a:latin typeface="Arial"/>
                <a:ea typeface="Arial"/>
                <a:cs typeface="Arial"/>
              </a:defRPr>
            </a:pPr>
            <a:r>
              <a:rPr sz="690" b="0" i="0">
                <a:solidFill>
                  <a:srgbClr val="EEEAE1"/>
                </a:solidFill>
                <a:latin typeface="Arial"/>
                <a:ea typeface="Arial"/>
                <a:cs typeface="Arial"/>
              </a:rPr>
              <a:t>project-link-qr</a:t>
            </a:r>
          </a:p>
        </p:txBody>
      </p:sp>
      <p:sp>
        <p:nvSpPr>
          <p:cNvPr id="42" name="">
            <a:extLst xmlns:a="http://schemas.openxmlformats.org/drawingml/2006/main">
              <a:ext uri="{FF2B5EF4-FFF2-40B4-BE49-F238E27FC236}">
                <a16:creationId xmlns:a16="http://schemas.microsoft.com/office/drawing/2014/main" id="{04248D90-A22D-4ABC-827A-14C43549098A}"/>
              </a:ext>
            </a:extLst>
          </p:cNvPr>
          <p:cNvSpPr>
            <a:spLocks xmlns:a="http://schemas.openxmlformats.org/drawingml/2006/main" noGrp="1"/>
          </p:cNvSpPr>
          <p:nvPr/>
        </p:nvSpPr>
        <p:spPr>
          <a:xfrm xmlns:a="http://schemas.openxmlformats.org/drawingml/2006/main">
            <a:off x="9201150" y="5429250"/>
            <a:ext cx="838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540" b="0" i="0">
                <a:solidFill>
                  <a:srgbClr val="BDBCB6"/>
                </a:solidFill>
                <a:latin typeface="Arial"/>
                <a:ea typeface="Arial"/>
                <a:cs typeface="Arial"/>
              </a:defRPr>
            </a:defPPr>
            <a:lvl1pPr algn="ctr">
              <a:defRPr sz="540" b="0" i="0">
                <a:solidFill>
                  <a:srgbClr val="BDBCB6"/>
                </a:solidFill>
                <a:latin typeface="Arial"/>
                <a:ea typeface="Arial"/>
                <a:cs typeface="Arial"/>
              </a:defRPr>
            </a:lvl1pPr>
            <a:lvl2pPr algn="ctr">
              <a:defRPr sz="540" b="0" i="0">
                <a:solidFill>
                  <a:srgbClr val="BDBCB6"/>
                </a:solidFill>
                <a:latin typeface="Arial"/>
                <a:ea typeface="Arial"/>
                <a:cs typeface="Arial"/>
              </a:defRPr>
            </a:lvl2pPr>
            <a:lvl3pPr algn="ctr">
              <a:defRPr sz="540" b="0" i="0">
                <a:solidFill>
                  <a:srgbClr val="BDBCB6"/>
                </a:solidFill>
                <a:latin typeface="Arial"/>
                <a:ea typeface="Arial"/>
                <a:cs typeface="Arial"/>
              </a:defRPr>
            </a:lvl3pPr>
            <a:lvl4pPr algn="ctr">
              <a:defRPr sz="540" b="0" i="0">
                <a:solidFill>
                  <a:srgbClr val="BDBCB6"/>
                </a:solidFill>
                <a:latin typeface="Arial"/>
                <a:ea typeface="Arial"/>
                <a:cs typeface="Arial"/>
              </a:defRPr>
            </a:lvl4pPr>
            <a:lvl5pPr algn="ctr">
              <a:defRPr sz="540" b="0" i="0">
                <a:solidFill>
                  <a:srgbClr val="BDBCB6"/>
                </a:solidFill>
                <a:latin typeface="Arial"/>
                <a:ea typeface="Arial"/>
                <a:cs typeface="Arial"/>
              </a:defRPr>
            </a:lvl5pPr>
            <a:lvl6pPr algn="ctr">
              <a:defRPr sz="540" b="0" i="0">
                <a:solidFill>
                  <a:srgbClr val="BDBCB6"/>
                </a:solidFill>
                <a:latin typeface="Arial"/>
                <a:ea typeface="Arial"/>
                <a:cs typeface="Arial"/>
              </a:defRPr>
            </a:lvl6pPr>
            <a:lvl7pPr algn="ctr">
              <a:defRPr sz="540" b="0" i="0">
                <a:solidFill>
                  <a:srgbClr val="BDBCB6"/>
                </a:solidFill>
                <a:latin typeface="Arial"/>
                <a:ea typeface="Arial"/>
                <a:cs typeface="Arial"/>
              </a:defRPr>
            </a:lvl7pPr>
            <a:lvl8pPr algn="ctr">
              <a:defRPr sz="540" b="0" i="0">
                <a:solidFill>
                  <a:srgbClr val="BDBCB6"/>
                </a:solidFill>
                <a:latin typeface="Arial"/>
                <a:ea typeface="Arial"/>
                <a:cs typeface="Arial"/>
              </a:defRPr>
            </a:lvl8pPr>
            <a:lvl9pPr algn="ctr">
              <a:defRPr sz="540" b="0" i="0">
                <a:solidFill>
                  <a:srgbClr val="BDBCB6"/>
                </a:solidFill>
                <a:latin typeface="Arial"/>
                <a:ea typeface="Arial"/>
                <a:cs typeface="Arial"/>
              </a:defRPr>
            </a:lvl9pPr>
          </a:lstStyle>
          <a:p xmlns:a="http://schemas.openxmlformats.org/drawingml/2006/main">
            <a:pPr algn="ctr">
              <a:defRPr sz="540" b="0" i="0">
                <a:solidFill>
                  <a:srgbClr val="BDBCB6"/>
                </a:solidFill>
                <a:latin typeface="Arial"/>
                <a:ea typeface="Arial"/>
                <a:cs typeface="Arial"/>
              </a:defRPr>
            </a:pPr>
            <a:r>
              <a:rPr sz="540" b="0" i="0">
                <a:solidFill>
                  <a:srgbClr val="BDBCB6"/>
                </a:solidFill>
                <a:latin typeface="Arial"/>
                <a:ea typeface="Arial"/>
                <a:cs typeface="Arial"/>
              </a:rPr>
              <a:t>18-project-link-qr.png / 1:1</a:t>
            </a:r>
          </a:p>
        </p:txBody>
      </p:sp>
      <p:sp>
        <p:nvSpPr>
          <p:cNvPr id="43" name="">
            <a:extLst xmlns:a="http://schemas.openxmlformats.org/drawingml/2006/main">
              <a:ext uri="{FF2B5EF4-FFF2-40B4-BE49-F238E27FC236}">
                <a16:creationId xmlns:a16="http://schemas.microsoft.com/office/drawing/2014/main" id="{65004BE6-769A-4EA7-B859-FDD1EC02F09A}"/>
              </a:ext>
            </a:extLst>
          </p:cNvPr>
          <p:cNvSpPr>
            <a:spLocks xmlns:a="http://schemas.openxmlformats.org/drawingml/2006/main" noGrp="1"/>
          </p:cNvSpPr>
          <p:nvPr/>
        </p:nvSpPr>
        <p:spPr>
          <a:xfrm xmlns:a="http://schemas.openxmlformats.org/drawingml/2006/main">
            <a:off x="9067800" y="5905500"/>
            <a:ext cx="1104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638" b="1" i="0">
                <a:solidFill>
                  <a:srgbClr val="BDBCB6"/>
                </a:solidFill>
                <a:latin typeface="Arial"/>
                <a:ea typeface="Arial"/>
                <a:cs typeface="Arial"/>
              </a:defRPr>
            </a:defPPr>
            <a:lvl1pPr algn="ctr">
              <a:defRPr sz="638" b="1" i="0">
                <a:solidFill>
                  <a:srgbClr val="BDBCB6"/>
                </a:solidFill>
                <a:latin typeface="Arial"/>
                <a:ea typeface="Arial"/>
                <a:cs typeface="Arial"/>
              </a:defRPr>
            </a:lvl1pPr>
            <a:lvl2pPr algn="ctr">
              <a:defRPr sz="638" b="1" i="0">
                <a:solidFill>
                  <a:srgbClr val="BDBCB6"/>
                </a:solidFill>
                <a:latin typeface="Arial"/>
                <a:ea typeface="Arial"/>
                <a:cs typeface="Arial"/>
              </a:defRPr>
            </a:lvl2pPr>
            <a:lvl3pPr algn="ctr">
              <a:defRPr sz="638" b="1" i="0">
                <a:solidFill>
                  <a:srgbClr val="BDBCB6"/>
                </a:solidFill>
                <a:latin typeface="Arial"/>
                <a:ea typeface="Arial"/>
                <a:cs typeface="Arial"/>
              </a:defRPr>
            </a:lvl3pPr>
            <a:lvl4pPr algn="ctr">
              <a:defRPr sz="638" b="1" i="0">
                <a:solidFill>
                  <a:srgbClr val="BDBCB6"/>
                </a:solidFill>
                <a:latin typeface="Arial"/>
                <a:ea typeface="Arial"/>
                <a:cs typeface="Arial"/>
              </a:defRPr>
            </a:lvl4pPr>
            <a:lvl5pPr algn="ctr">
              <a:defRPr sz="638" b="1" i="0">
                <a:solidFill>
                  <a:srgbClr val="BDBCB6"/>
                </a:solidFill>
                <a:latin typeface="Arial"/>
                <a:ea typeface="Arial"/>
                <a:cs typeface="Arial"/>
              </a:defRPr>
            </a:lvl5pPr>
            <a:lvl6pPr algn="ctr">
              <a:defRPr sz="638" b="1" i="0">
                <a:solidFill>
                  <a:srgbClr val="BDBCB6"/>
                </a:solidFill>
                <a:latin typeface="Arial"/>
                <a:ea typeface="Arial"/>
                <a:cs typeface="Arial"/>
              </a:defRPr>
            </a:lvl6pPr>
            <a:lvl7pPr algn="ctr">
              <a:defRPr sz="638" b="1" i="0">
                <a:solidFill>
                  <a:srgbClr val="BDBCB6"/>
                </a:solidFill>
                <a:latin typeface="Arial"/>
                <a:ea typeface="Arial"/>
                <a:cs typeface="Arial"/>
              </a:defRPr>
            </a:lvl7pPr>
            <a:lvl8pPr algn="ctr">
              <a:defRPr sz="638" b="1" i="0">
                <a:solidFill>
                  <a:srgbClr val="BDBCB6"/>
                </a:solidFill>
                <a:latin typeface="Arial"/>
                <a:ea typeface="Arial"/>
                <a:cs typeface="Arial"/>
              </a:defRPr>
            </a:lvl8pPr>
            <a:lvl9pPr algn="ctr">
              <a:defRPr sz="638" b="1" i="0">
                <a:solidFill>
                  <a:srgbClr val="BDBCB6"/>
                </a:solidFill>
                <a:latin typeface="Arial"/>
                <a:ea typeface="Arial"/>
                <a:cs typeface="Arial"/>
              </a:defRPr>
            </a:lvl9pPr>
          </a:lstStyle>
          <a:p xmlns:a="http://schemas.openxmlformats.org/drawingml/2006/main">
            <a:pPr algn="ctr">
              <a:defRPr sz="638" b="1" i="0">
                <a:solidFill>
                  <a:srgbClr val="BDBCB6"/>
                </a:solidFill>
                <a:latin typeface="Arial"/>
                <a:ea typeface="Arial"/>
                <a:cs typeface="Arial"/>
              </a:defRPr>
            </a:pPr>
            <a:r>
              <a:rPr sz="638" b="1" i="0">
                <a:solidFill>
                  <a:srgbClr val="BDBCB6"/>
                </a:solidFill>
                <a:latin typeface="Arial"/>
                <a:ea typeface="Arial"/>
                <a:cs typeface="Arial"/>
              </a:rPr>
              <a:t>PROJECT LINK</a:t>
            </a:r>
          </a:p>
        </p:txBody>
      </p:sp>
      <p:sp>
        <p:nvSpPr>
          <p:cNvPr id="44" name="">
            <a:extLst xmlns:a="http://schemas.openxmlformats.org/drawingml/2006/main">
              <a:ext uri="{FF2B5EF4-FFF2-40B4-BE49-F238E27FC236}">
                <a16:creationId xmlns:a16="http://schemas.microsoft.com/office/drawing/2014/main" id="{E77EEC00-D86F-4BB0-9231-B0F9E35490C5}"/>
              </a:ext>
            </a:extLst>
          </p:cNvPr>
          <p:cNvSpPr>
            <a:spLocks xmlns:a="http://schemas.openxmlformats.org/drawingml/2006/main" noGrp="1"/>
          </p:cNvSpPr>
          <p:nvPr/>
        </p:nvSpPr>
        <p:spPr>
          <a:xfrm xmlns:a="http://schemas.openxmlformats.org/drawingml/2006/main">
            <a:off x="495300" y="7159950"/>
            <a:ext cx="1809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788" b="1" i="0">
                <a:solidFill>
                  <a:srgbClr val="BDBCB6"/>
                </a:solidFill>
                <a:latin typeface="Arial"/>
                <a:ea typeface="Arial"/>
                <a:cs typeface="Arial"/>
              </a:defRPr>
            </a:defPPr>
            <a:lvl1pPr algn="l">
              <a:defRPr sz="788" b="1" i="0">
                <a:solidFill>
                  <a:srgbClr val="BDBCB6"/>
                </a:solidFill>
                <a:latin typeface="Arial"/>
                <a:ea typeface="Arial"/>
                <a:cs typeface="Arial"/>
              </a:defRPr>
            </a:lvl1pPr>
            <a:lvl2pPr algn="l">
              <a:defRPr sz="788" b="1" i="0">
                <a:solidFill>
                  <a:srgbClr val="BDBCB6"/>
                </a:solidFill>
                <a:latin typeface="Arial"/>
                <a:ea typeface="Arial"/>
                <a:cs typeface="Arial"/>
              </a:defRPr>
            </a:lvl2pPr>
            <a:lvl3pPr algn="l">
              <a:defRPr sz="788" b="1" i="0">
                <a:solidFill>
                  <a:srgbClr val="BDBCB6"/>
                </a:solidFill>
                <a:latin typeface="Arial"/>
                <a:ea typeface="Arial"/>
                <a:cs typeface="Arial"/>
              </a:defRPr>
            </a:lvl3pPr>
            <a:lvl4pPr algn="l">
              <a:defRPr sz="788" b="1" i="0">
                <a:solidFill>
                  <a:srgbClr val="BDBCB6"/>
                </a:solidFill>
                <a:latin typeface="Arial"/>
                <a:ea typeface="Arial"/>
                <a:cs typeface="Arial"/>
              </a:defRPr>
            </a:lvl4pPr>
            <a:lvl5pPr algn="l">
              <a:defRPr sz="788" b="1" i="0">
                <a:solidFill>
                  <a:srgbClr val="BDBCB6"/>
                </a:solidFill>
                <a:latin typeface="Arial"/>
                <a:ea typeface="Arial"/>
                <a:cs typeface="Arial"/>
              </a:defRPr>
            </a:lvl5pPr>
            <a:lvl6pPr algn="l">
              <a:defRPr sz="788" b="1" i="0">
                <a:solidFill>
                  <a:srgbClr val="BDBCB6"/>
                </a:solidFill>
                <a:latin typeface="Arial"/>
                <a:ea typeface="Arial"/>
                <a:cs typeface="Arial"/>
              </a:defRPr>
            </a:lvl6pPr>
            <a:lvl7pPr algn="l">
              <a:defRPr sz="788" b="1" i="0">
                <a:solidFill>
                  <a:srgbClr val="BDBCB6"/>
                </a:solidFill>
                <a:latin typeface="Arial"/>
                <a:ea typeface="Arial"/>
                <a:cs typeface="Arial"/>
              </a:defRPr>
            </a:lvl7pPr>
            <a:lvl8pPr algn="l">
              <a:defRPr sz="788" b="1" i="0">
                <a:solidFill>
                  <a:srgbClr val="BDBCB6"/>
                </a:solidFill>
                <a:latin typeface="Arial"/>
                <a:ea typeface="Arial"/>
                <a:cs typeface="Arial"/>
              </a:defRPr>
            </a:lvl8pPr>
            <a:lvl9pPr algn="l">
              <a:defRPr sz="788" b="1" i="0">
                <a:solidFill>
                  <a:srgbClr val="BDBCB6"/>
                </a:solidFill>
                <a:latin typeface="Arial"/>
                <a:ea typeface="Arial"/>
                <a:cs typeface="Arial"/>
              </a:defRPr>
            </a:lvl9pPr>
          </a:lstStyle>
          <a:p xmlns:a="http://schemas.openxmlformats.org/drawingml/2006/main">
            <a:pPr algn="l">
              <a:defRPr sz="788" b="1" i="0">
                <a:solidFill>
                  <a:srgbClr val="BDBCB6"/>
                </a:solidFill>
                <a:latin typeface="Arial"/>
                <a:ea typeface="Arial"/>
                <a:cs typeface="Arial"/>
              </a:defRPr>
            </a:pPr>
            <a:r>
              <a:rPr sz="788" b="1" i="0">
                <a:solidFill>
                  <a:srgbClr val="BDBCB6"/>
                </a:solidFill>
                <a:latin typeface="Arial"/>
                <a:ea typeface="Arial"/>
                <a:cs typeface="Arial"/>
              </a:rPr>
              <a:t>PROJECT 01   04/04</a:t>
            </a:r>
          </a:p>
        </p:txBody>
      </p:sp>
    </p:spTree>
    <p:extLst>
      <p:ext uri="{BB962C8B-B14F-4D97-AF65-F5344CB8AC3E}">
        <p14:creationId xmlns:p14="http://schemas.microsoft.com/office/powerpoint/2010/main" val="73421527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2026-10-19T00:49:26.8110000Z</dcterms:created>
  <dcterms:modified xsi:type="dcterms:W3CDTF">2026-10-19T00:49:26.8110000Z</dcterms:modified>
</coreProperties>
</file>